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56" r:id="rId3"/>
    <p:sldId id="259" r:id="rId4"/>
    <p:sldId id="260" r:id="rId5"/>
    <p:sldId id="267" r:id="rId6"/>
    <p:sldId id="268" r:id="rId7"/>
    <p:sldId id="281" r:id="rId8"/>
    <p:sldId id="293" r:id="rId9"/>
    <p:sldId id="292" r:id="rId10"/>
    <p:sldId id="285" r:id="rId11"/>
    <p:sldId id="298" r:id="rId12"/>
    <p:sldId id="308" r:id="rId13"/>
    <p:sldId id="301" r:id="rId14"/>
    <p:sldId id="300" r:id="rId15"/>
    <p:sldId id="302" r:id="rId16"/>
    <p:sldId id="306" r:id="rId17"/>
    <p:sldId id="303" r:id="rId18"/>
    <p:sldId id="307" r:id="rId19"/>
    <p:sldId id="304" r:id="rId20"/>
    <p:sldId id="299" r:id="rId21"/>
    <p:sldId id="297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5586"/>
    <a:srgbClr val="055686"/>
    <a:srgbClr val="BD2E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6168" autoAdjust="0"/>
  </p:normalViewPr>
  <p:slideViewPr>
    <p:cSldViewPr snapToGrid="0" showGuides="1">
      <p:cViewPr varScale="1">
        <p:scale>
          <a:sx n="153" d="100"/>
          <a:sy n="153" d="100"/>
        </p:scale>
        <p:origin x="342" y="132"/>
      </p:cViewPr>
      <p:guideLst>
        <p:guide orient="horz" pos="2160"/>
        <p:guide pos="3840"/>
        <p:guide pos="41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5211CE-CF07-4C00-B0D4-540A40BF7433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1D7341-0A59-42E3-BE03-2517E50C5D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109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6ED381-463D-FA32-065E-2C6EE0F0F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9DD1682-A4A3-8D77-827E-06A3B0C5D3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E0BAB0-93C1-5ADF-220E-E931FBD30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7074A-F9A4-46D2-A7BD-566B846D4798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98044F-C48E-B79C-B7A9-1C34178F0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A6F39B-0F86-3418-BFB1-F40481DBC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BDEAB-8C30-4EC1-8F0E-56FD782C6FD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 descr="矩形&#10;&#10;中度可信度描述已自动生成">
            <a:extLst>
              <a:ext uri="{FF2B5EF4-FFF2-40B4-BE49-F238E27FC236}">
                <a16:creationId xmlns:a16="http://schemas.microsoft.com/office/drawing/2014/main" id="{7062C602-554E-FEF1-C4AC-891F6B2F56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CB7DF86F-4682-03FC-7C6F-680DA6E1E005}"/>
              </a:ext>
            </a:extLst>
          </p:cNvPr>
          <p:cNvGrpSpPr/>
          <p:nvPr userDrawn="1"/>
        </p:nvGrpSpPr>
        <p:grpSpPr>
          <a:xfrm>
            <a:off x="9955233" y="56445"/>
            <a:ext cx="2171700" cy="715702"/>
            <a:chOff x="8668067" y="298100"/>
            <a:chExt cx="2824737" cy="930916"/>
          </a:xfrm>
        </p:grpSpPr>
        <p:sp>
          <p:nvSpPr>
            <p:cNvPr id="9" name="Oval 2347">
              <a:extLst>
                <a:ext uri="{FF2B5EF4-FFF2-40B4-BE49-F238E27FC236}">
                  <a16:creationId xmlns:a16="http://schemas.microsoft.com/office/drawing/2014/main" id="{2B373E68-0B3B-32D6-ECBE-9418FB9BA2C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990666" y="1227994"/>
              <a:ext cx="2044" cy="10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" name="Oval 2348">
              <a:extLst>
                <a:ext uri="{FF2B5EF4-FFF2-40B4-BE49-F238E27FC236}">
                  <a16:creationId xmlns:a16="http://schemas.microsoft.com/office/drawing/2014/main" id="{E1AB1629-14AA-3486-6801-5559CAECE07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091830" y="1227994"/>
              <a:ext cx="1022" cy="10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" name="Oval 2349">
              <a:extLst>
                <a:ext uri="{FF2B5EF4-FFF2-40B4-BE49-F238E27FC236}">
                  <a16:creationId xmlns:a16="http://schemas.microsoft.com/office/drawing/2014/main" id="{023A6EC4-CC7F-8327-871C-6EFF72CBEFF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190951" y="1227994"/>
              <a:ext cx="1022" cy="10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" name="Oval 2350">
              <a:extLst>
                <a:ext uri="{FF2B5EF4-FFF2-40B4-BE49-F238E27FC236}">
                  <a16:creationId xmlns:a16="http://schemas.microsoft.com/office/drawing/2014/main" id="{71737CE5-881C-1CB3-FB8E-8A4DFF96478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291094" y="1227994"/>
              <a:ext cx="1022" cy="10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" name="Oval 2351">
              <a:extLst>
                <a:ext uri="{FF2B5EF4-FFF2-40B4-BE49-F238E27FC236}">
                  <a16:creationId xmlns:a16="http://schemas.microsoft.com/office/drawing/2014/main" id="{5C834905-A753-1862-1054-16C82CCB02E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390214" y="1227994"/>
              <a:ext cx="2044" cy="10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" name="Oval 2352">
              <a:extLst>
                <a:ext uri="{FF2B5EF4-FFF2-40B4-BE49-F238E27FC236}">
                  <a16:creationId xmlns:a16="http://schemas.microsoft.com/office/drawing/2014/main" id="{38E1D751-52BA-05AB-D096-E8125686BE4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491379" y="1227994"/>
              <a:ext cx="1022" cy="10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" name="Oval 2353">
              <a:extLst>
                <a:ext uri="{FF2B5EF4-FFF2-40B4-BE49-F238E27FC236}">
                  <a16:creationId xmlns:a16="http://schemas.microsoft.com/office/drawing/2014/main" id="{B35F4CFE-6942-EE48-838F-D790882D921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590499" y="1227994"/>
              <a:ext cx="1022" cy="10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" name="Oval 2354">
              <a:extLst>
                <a:ext uri="{FF2B5EF4-FFF2-40B4-BE49-F238E27FC236}">
                  <a16:creationId xmlns:a16="http://schemas.microsoft.com/office/drawing/2014/main" id="{6197B4F2-5153-0C06-B0D8-0B9DF0687CC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689620" y="1227994"/>
              <a:ext cx="1022" cy="10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" name="Oval 2355">
              <a:extLst>
                <a:ext uri="{FF2B5EF4-FFF2-40B4-BE49-F238E27FC236}">
                  <a16:creationId xmlns:a16="http://schemas.microsoft.com/office/drawing/2014/main" id="{7807187B-DB44-9A9B-685C-CECEAC2483E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789763" y="1227994"/>
              <a:ext cx="2044" cy="10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" name="Oval 2360">
              <a:extLst>
                <a:ext uri="{FF2B5EF4-FFF2-40B4-BE49-F238E27FC236}">
                  <a16:creationId xmlns:a16="http://schemas.microsoft.com/office/drawing/2014/main" id="{D3D3B4B5-2C0C-0667-43EB-B3D95EE5853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290475" y="1227994"/>
              <a:ext cx="1022" cy="10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" name="Oval 2361">
              <a:extLst>
                <a:ext uri="{FF2B5EF4-FFF2-40B4-BE49-F238E27FC236}">
                  <a16:creationId xmlns:a16="http://schemas.microsoft.com/office/drawing/2014/main" id="{810EFBA6-6CD1-5C8F-E67C-030C99720E8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389595" y="1227994"/>
              <a:ext cx="1022" cy="10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" name="Freeform 2362">
              <a:extLst>
                <a:ext uri="{FF2B5EF4-FFF2-40B4-BE49-F238E27FC236}">
                  <a16:creationId xmlns:a16="http://schemas.microsoft.com/office/drawing/2014/main" id="{F8F198E6-7B67-C0BA-534B-F65BE390A69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1488716" y="1229016"/>
              <a:ext cx="2044" cy="0"/>
            </a:xfrm>
            <a:custGeom>
              <a:avLst/>
              <a:gdLst>
                <a:gd name="T0" fmla="*/ 0 w 1"/>
                <a:gd name="T1" fmla="*/ 1 w 1"/>
                <a:gd name="T2" fmla="*/ 0 w 1"/>
                <a:gd name="T3" fmla="*/ 0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" name="Oval 2419">
              <a:extLst>
                <a:ext uri="{FF2B5EF4-FFF2-40B4-BE49-F238E27FC236}">
                  <a16:creationId xmlns:a16="http://schemas.microsoft.com/office/drawing/2014/main" id="{AF09E7BA-B540-582B-21CA-1F46C1DBE1F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691260" y="1127852"/>
              <a:ext cx="1022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" name="Oval 2420">
              <a:extLst>
                <a:ext uri="{FF2B5EF4-FFF2-40B4-BE49-F238E27FC236}">
                  <a16:creationId xmlns:a16="http://schemas.microsoft.com/office/drawing/2014/main" id="{D94B42CE-5D05-7922-0008-D688406B504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792425" y="1127852"/>
              <a:ext cx="2044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" name="Oval 2421">
              <a:extLst>
                <a:ext uri="{FF2B5EF4-FFF2-40B4-BE49-F238E27FC236}">
                  <a16:creationId xmlns:a16="http://schemas.microsoft.com/office/drawing/2014/main" id="{956D751D-C322-8540-E561-525830FA1CD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891545" y="1127852"/>
              <a:ext cx="2044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" name="Oval 2422">
              <a:extLst>
                <a:ext uri="{FF2B5EF4-FFF2-40B4-BE49-F238E27FC236}">
                  <a16:creationId xmlns:a16="http://schemas.microsoft.com/office/drawing/2014/main" id="{7B844CAF-6993-DDF6-9BA8-D6FCB3AF210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990666" y="1127852"/>
              <a:ext cx="2044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" name="Oval 2423">
              <a:extLst>
                <a:ext uri="{FF2B5EF4-FFF2-40B4-BE49-F238E27FC236}">
                  <a16:creationId xmlns:a16="http://schemas.microsoft.com/office/drawing/2014/main" id="{D8FBB5BE-1691-84FC-4325-920C961B922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089787" y="1127852"/>
              <a:ext cx="2044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" name="Oval 2424">
              <a:extLst>
                <a:ext uri="{FF2B5EF4-FFF2-40B4-BE49-F238E27FC236}">
                  <a16:creationId xmlns:a16="http://schemas.microsoft.com/office/drawing/2014/main" id="{9ADFB130-3E8B-0250-FBF6-60D2ABC7429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190951" y="1127852"/>
              <a:ext cx="1022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" name="Oval 2425">
              <a:extLst>
                <a:ext uri="{FF2B5EF4-FFF2-40B4-BE49-F238E27FC236}">
                  <a16:creationId xmlns:a16="http://schemas.microsoft.com/office/drawing/2014/main" id="{65687729-CC2E-4F09-4176-13503221DB4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291094" y="1127852"/>
              <a:ext cx="2044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" name="Oval 2426">
              <a:extLst>
                <a:ext uri="{FF2B5EF4-FFF2-40B4-BE49-F238E27FC236}">
                  <a16:creationId xmlns:a16="http://schemas.microsoft.com/office/drawing/2014/main" id="{FAF4346C-0389-EF22-8D79-89610946354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390214" y="1127852"/>
              <a:ext cx="2044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" name="Oval 2427">
              <a:extLst>
                <a:ext uri="{FF2B5EF4-FFF2-40B4-BE49-F238E27FC236}">
                  <a16:creationId xmlns:a16="http://schemas.microsoft.com/office/drawing/2014/main" id="{2B9E190A-29ED-5986-88FA-4E1D1EDF455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489335" y="1127852"/>
              <a:ext cx="2044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" name="Oval 2428">
              <a:extLst>
                <a:ext uri="{FF2B5EF4-FFF2-40B4-BE49-F238E27FC236}">
                  <a16:creationId xmlns:a16="http://schemas.microsoft.com/office/drawing/2014/main" id="{CF59A91B-5402-FC14-B988-E4121D331ED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590499" y="1127852"/>
              <a:ext cx="1022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" name="Freeform 2429">
              <a:extLst>
                <a:ext uri="{FF2B5EF4-FFF2-40B4-BE49-F238E27FC236}">
                  <a16:creationId xmlns:a16="http://schemas.microsoft.com/office/drawing/2014/main" id="{42466B21-54F1-1CDE-BE34-A89315A0121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0689620" y="1127852"/>
              <a:ext cx="2044" cy="2044"/>
            </a:xfrm>
            <a:custGeom>
              <a:avLst/>
              <a:gdLst>
                <a:gd name="T0" fmla="*/ 0 w 1"/>
                <a:gd name="T1" fmla="*/ 1 h 1"/>
                <a:gd name="T2" fmla="*/ 1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" name="Oval 2430">
              <a:extLst>
                <a:ext uri="{FF2B5EF4-FFF2-40B4-BE49-F238E27FC236}">
                  <a16:creationId xmlns:a16="http://schemas.microsoft.com/office/drawing/2014/main" id="{924D6E14-9AA2-FC2C-D28A-038E94ED04A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789763" y="1127852"/>
              <a:ext cx="2044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" name="Oval 2431">
              <a:extLst>
                <a:ext uri="{FF2B5EF4-FFF2-40B4-BE49-F238E27FC236}">
                  <a16:creationId xmlns:a16="http://schemas.microsoft.com/office/drawing/2014/main" id="{84162CE1-3B51-9EA1-8EBE-500DD7A4788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888883" y="1127852"/>
              <a:ext cx="2044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" name="Oval 2432">
              <a:extLst>
                <a:ext uri="{FF2B5EF4-FFF2-40B4-BE49-F238E27FC236}">
                  <a16:creationId xmlns:a16="http://schemas.microsoft.com/office/drawing/2014/main" id="{785223DB-A3D9-0C8D-420E-217C6EA282E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988004" y="1127852"/>
              <a:ext cx="4087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" name="Oval 2433">
              <a:extLst>
                <a:ext uri="{FF2B5EF4-FFF2-40B4-BE49-F238E27FC236}">
                  <a16:creationId xmlns:a16="http://schemas.microsoft.com/office/drawing/2014/main" id="{4BA846EF-F2BA-7C12-AA18-3C3E41ECE4E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089168" y="1127852"/>
              <a:ext cx="2044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" name="Oval 2434">
              <a:extLst>
                <a:ext uri="{FF2B5EF4-FFF2-40B4-BE49-F238E27FC236}">
                  <a16:creationId xmlns:a16="http://schemas.microsoft.com/office/drawing/2014/main" id="{21B32545-E7F1-8001-A8DC-507EB100CE5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188289" y="1127852"/>
              <a:ext cx="2044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" name="Oval 2435">
              <a:extLst>
                <a:ext uri="{FF2B5EF4-FFF2-40B4-BE49-F238E27FC236}">
                  <a16:creationId xmlns:a16="http://schemas.microsoft.com/office/drawing/2014/main" id="{33C56887-C297-A88F-AABD-3131E8AB839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288431" y="1127852"/>
              <a:ext cx="2044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" name="Oval 2436">
              <a:extLst>
                <a:ext uri="{FF2B5EF4-FFF2-40B4-BE49-F238E27FC236}">
                  <a16:creationId xmlns:a16="http://schemas.microsoft.com/office/drawing/2014/main" id="{61F6D06A-F0A6-1824-A0D4-CED7A3F2F00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389595" y="1127852"/>
              <a:ext cx="1022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" name="Oval 2437">
              <a:extLst>
                <a:ext uri="{FF2B5EF4-FFF2-40B4-BE49-F238E27FC236}">
                  <a16:creationId xmlns:a16="http://schemas.microsoft.com/office/drawing/2014/main" id="{08CF1DC3-EDAD-BD33-717B-8741556C8C5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488716" y="1127852"/>
              <a:ext cx="2044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" name="Oval 2492">
              <a:extLst>
                <a:ext uri="{FF2B5EF4-FFF2-40B4-BE49-F238E27FC236}">
                  <a16:creationId xmlns:a16="http://schemas.microsoft.com/office/drawing/2014/main" id="{EC75FBF1-4C32-1F84-6789-C91B8876293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589074" y="1026687"/>
              <a:ext cx="6131" cy="51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" name="Oval 2493">
              <a:extLst>
                <a:ext uri="{FF2B5EF4-FFF2-40B4-BE49-F238E27FC236}">
                  <a16:creationId xmlns:a16="http://schemas.microsoft.com/office/drawing/2014/main" id="{1B4B9B8C-3308-9DFE-08EC-747A42BE4DB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691260" y="1026687"/>
              <a:ext cx="3066" cy="51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" name="Oval 2494">
              <a:extLst>
                <a:ext uri="{FF2B5EF4-FFF2-40B4-BE49-F238E27FC236}">
                  <a16:creationId xmlns:a16="http://schemas.microsoft.com/office/drawing/2014/main" id="{0989482E-E03A-FFBF-A6A3-88C6E46DE79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790381" y="1026687"/>
              <a:ext cx="4087" cy="51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" name="Oval 2495">
              <a:extLst>
                <a:ext uri="{FF2B5EF4-FFF2-40B4-BE49-F238E27FC236}">
                  <a16:creationId xmlns:a16="http://schemas.microsoft.com/office/drawing/2014/main" id="{932E177D-494A-D7CB-A0BB-2F3A90E9B44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889502" y="1026687"/>
              <a:ext cx="4087" cy="51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" name="Oval 2496">
              <a:extLst>
                <a:ext uri="{FF2B5EF4-FFF2-40B4-BE49-F238E27FC236}">
                  <a16:creationId xmlns:a16="http://schemas.microsoft.com/office/drawing/2014/main" id="{65B9BF81-8CAA-B250-B685-13E98EA3D61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988623" y="1026687"/>
              <a:ext cx="6131" cy="51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" name="Oval 2497">
              <a:extLst>
                <a:ext uri="{FF2B5EF4-FFF2-40B4-BE49-F238E27FC236}">
                  <a16:creationId xmlns:a16="http://schemas.microsoft.com/office/drawing/2014/main" id="{DBDDDB98-1E12-FEEC-E46A-60D0AD37BF3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089787" y="1027709"/>
              <a:ext cx="4087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" name="Oval 2498">
              <a:extLst>
                <a:ext uri="{FF2B5EF4-FFF2-40B4-BE49-F238E27FC236}">
                  <a16:creationId xmlns:a16="http://schemas.microsoft.com/office/drawing/2014/main" id="{4B3F7307-A7FB-8B20-B6A0-0333FDE8E12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189929" y="1027709"/>
              <a:ext cx="3066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7" name="Oval 2499">
              <a:extLst>
                <a:ext uri="{FF2B5EF4-FFF2-40B4-BE49-F238E27FC236}">
                  <a16:creationId xmlns:a16="http://schemas.microsoft.com/office/drawing/2014/main" id="{FF697F79-A04E-57FF-11EA-FF23BF59E66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289050" y="1027709"/>
              <a:ext cx="4087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8" name="Oval 2500">
              <a:extLst>
                <a:ext uri="{FF2B5EF4-FFF2-40B4-BE49-F238E27FC236}">
                  <a16:creationId xmlns:a16="http://schemas.microsoft.com/office/drawing/2014/main" id="{7EDF6A3D-E438-1579-4DA9-38F8E134A36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390214" y="1027709"/>
              <a:ext cx="2044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9" name="Oval 2501">
              <a:extLst>
                <a:ext uri="{FF2B5EF4-FFF2-40B4-BE49-F238E27FC236}">
                  <a16:creationId xmlns:a16="http://schemas.microsoft.com/office/drawing/2014/main" id="{F8682574-7829-C17D-9BD3-88073767256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489335" y="1027709"/>
              <a:ext cx="4087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0" name="Oval 2502">
              <a:extLst>
                <a:ext uri="{FF2B5EF4-FFF2-40B4-BE49-F238E27FC236}">
                  <a16:creationId xmlns:a16="http://schemas.microsoft.com/office/drawing/2014/main" id="{F8577CA7-6228-44CE-653C-F5B22099EF0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588455" y="1027709"/>
              <a:ext cx="4087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1" name="Oval 2503">
              <a:extLst>
                <a:ext uri="{FF2B5EF4-FFF2-40B4-BE49-F238E27FC236}">
                  <a16:creationId xmlns:a16="http://schemas.microsoft.com/office/drawing/2014/main" id="{BB407CFC-5EAF-C774-A5E1-E628BBB2DB1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689620" y="1027709"/>
              <a:ext cx="2044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2" name="Oval 2504">
              <a:extLst>
                <a:ext uri="{FF2B5EF4-FFF2-40B4-BE49-F238E27FC236}">
                  <a16:creationId xmlns:a16="http://schemas.microsoft.com/office/drawing/2014/main" id="{77AFE9E5-2549-F76F-1077-49F379BF224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789763" y="1027709"/>
              <a:ext cx="2044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3" name="Oval 2505">
              <a:extLst>
                <a:ext uri="{FF2B5EF4-FFF2-40B4-BE49-F238E27FC236}">
                  <a16:creationId xmlns:a16="http://schemas.microsoft.com/office/drawing/2014/main" id="{0AE62DDD-C70D-A605-67FF-D521B3870B1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888883" y="1027709"/>
              <a:ext cx="4087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4" name="Oval 2506">
              <a:extLst>
                <a:ext uri="{FF2B5EF4-FFF2-40B4-BE49-F238E27FC236}">
                  <a16:creationId xmlns:a16="http://schemas.microsoft.com/office/drawing/2014/main" id="{E09FAA90-28F8-D1DE-F1EB-A28DCF1C87D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988004" y="1027709"/>
              <a:ext cx="4087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" name="Oval 2507">
              <a:extLst>
                <a:ext uri="{FF2B5EF4-FFF2-40B4-BE49-F238E27FC236}">
                  <a16:creationId xmlns:a16="http://schemas.microsoft.com/office/drawing/2014/main" id="{F17F71F8-49D9-F11C-F302-B58DF215992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089168" y="1027709"/>
              <a:ext cx="2044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6" name="Oval 2508">
              <a:extLst>
                <a:ext uri="{FF2B5EF4-FFF2-40B4-BE49-F238E27FC236}">
                  <a16:creationId xmlns:a16="http://schemas.microsoft.com/office/drawing/2014/main" id="{9EBAA2B0-06DF-C3F6-1BA2-16F3A354983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188289" y="1027709"/>
              <a:ext cx="2044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7" name="Oval 2509">
              <a:extLst>
                <a:ext uri="{FF2B5EF4-FFF2-40B4-BE49-F238E27FC236}">
                  <a16:creationId xmlns:a16="http://schemas.microsoft.com/office/drawing/2014/main" id="{0E568B9F-E478-7774-BC42-55A0D8E11E0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288431" y="1027709"/>
              <a:ext cx="3066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8" name="Oval 2510">
              <a:extLst>
                <a:ext uri="{FF2B5EF4-FFF2-40B4-BE49-F238E27FC236}">
                  <a16:creationId xmlns:a16="http://schemas.microsoft.com/office/drawing/2014/main" id="{C666EEBF-6D43-1E3A-1805-A95258322CF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387552" y="1027709"/>
              <a:ext cx="4087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9" name="Oval 2511">
              <a:extLst>
                <a:ext uri="{FF2B5EF4-FFF2-40B4-BE49-F238E27FC236}">
                  <a16:creationId xmlns:a16="http://schemas.microsoft.com/office/drawing/2014/main" id="{3282CEAD-F7B2-F0B0-0598-8B5C10626CB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488716" y="1027709"/>
              <a:ext cx="2044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0" name="Oval 2567">
              <a:extLst>
                <a:ext uri="{FF2B5EF4-FFF2-40B4-BE49-F238E27FC236}">
                  <a16:creationId xmlns:a16="http://schemas.microsoft.com/office/drawing/2014/main" id="{078CE2D9-1785-7840-BA44-6396807F408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588053" y="924501"/>
              <a:ext cx="9197" cy="102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1" name="Oval 2568">
              <a:extLst>
                <a:ext uri="{FF2B5EF4-FFF2-40B4-BE49-F238E27FC236}">
                  <a16:creationId xmlns:a16="http://schemas.microsoft.com/office/drawing/2014/main" id="{1548279D-EC39-6CFA-917A-D4422059290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689217" y="924501"/>
              <a:ext cx="7153" cy="102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2" name="Oval 2569">
              <a:extLst>
                <a:ext uri="{FF2B5EF4-FFF2-40B4-BE49-F238E27FC236}">
                  <a16:creationId xmlns:a16="http://schemas.microsoft.com/office/drawing/2014/main" id="{AF13D98E-E93A-F296-C872-425488A61D7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788338" y="924501"/>
              <a:ext cx="7153" cy="81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3" name="Oval 2570">
              <a:extLst>
                <a:ext uri="{FF2B5EF4-FFF2-40B4-BE49-F238E27FC236}">
                  <a16:creationId xmlns:a16="http://schemas.microsoft.com/office/drawing/2014/main" id="{4D4A66D9-5F43-A9A7-2043-2B748C9C5D8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887458" y="924501"/>
              <a:ext cx="8175" cy="81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4" name="Oval 2571">
              <a:extLst>
                <a:ext uri="{FF2B5EF4-FFF2-40B4-BE49-F238E27FC236}">
                  <a16:creationId xmlns:a16="http://schemas.microsoft.com/office/drawing/2014/main" id="{95516164-25FD-EBA7-F1E9-FEBBF64EF9F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988623" y="924501"/>
              <a:ext cx="8175" cy="81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5" name="Oval 2572">
              <a:extLst>
                <a:ext uri="{FF2B5EF4-FFF2-40B4-BE49-F238E27FC236}">
                  <a16:creationId xmlns:a16="http://schemas.microsoft.com/office/drawing/2014/main" id="{5A7C8555-48BC-C6C9-D9C9-5424726E6AE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087743" y="924501"/>
              <a:ext cx="8175" cy="81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6" name="Oval 2573">
              <a:extLst>
                <a:ext uri="{FF2B5EF4-FFF2-40B4-BE49-F238E27FC236}">
                  <a16:creationId xmlns:a16="http://schemas.microsoft.com/office/drawing/2014/main" id="{CC6A0696-4A5D-2E9F-2D6B-5A005908909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187885" y="926545"/>
              <a:ext cx="7153" cy="61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7" name="Oval 2574">
              <a:extLst>
                <a:ext uri="{FF2B5EF4-FFF2-40B4-BE49-F238E27FC236}">
                  <a16:creationId xmlns:a16="http://schemas.microsoft.com/office/drawing/2014/main" id="{0B906DE5-1A16-26D6-D2DA-5F68C14AEC9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289050" y="926545"/>
              <a:ext cx="5110" cy="61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8" name="Oval 2575">
              <a:extLst>
                <a:ext uri="{FF2B5EF4-FFF2-40B4-BE49-F238E27FC236}">
                  <a16:creationId xmlns:a16="http://schemas.microsoft.com/office/drawing/2014/main" id="{B91A23C9-5FA5-C8CF-B1E7-96273A92297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388170" y="926545"/>
              <a:ext cx="6131" cy="61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9" name="Oval 2576">
              <a:extLst>
                <a:ext uri="{FF2B5EF4-FFF2-40B4-BE49-F238E27FC236}">
                  <a16:creationId xmlns:a16="http://schemas.microsoft.com/office/drawing/2014/main" id="{7425753B-B315-68CA-BF35-9E502DFB0FA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489335" y="926545"/>
              <a:ext cx="4087" cy="61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0" name="Oval 2577">
              <a:extLst>
                <a:ext uri="{FF2B5EF4-FFF2-40B4-BE49-F238E27FC236}">
                  <a16:creationId xmlns:a16="http://schemas.microsoft.com/office/drawing/2014/main" id="{B124556C-C92C-5219-6C21-D15F901EBB6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588455" y="926545"/>
              <a:ext cx="4087" cy="40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1" name="Oval 2578">
              <a:extLst>
                <a:ext uri="{FF2B5EF4-FFF2-40B4-BE49-F238E27FC236}">
                  <a16:creationId xmlns:a16="http://schemas.microsoft.com/office/drawing/2014/main" id="{4CA319D5-75DF-83C9-7249-B52EF81A3CA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688598" y="926545"/>
              <a:ext cx="3066" cy="40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2" name="Oval 2579">
              <a:extLst>
                <a:ext uri="{FF2B5EF4-FFF2-40B4-BE49-F238E27FC236}">
                  <a16:creationId xmlns:a16="http://schemas.microsoft.com/office/drawing/2014/main" id="{54FFF23C-D6E8-F09C-67AA-79263435471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789763" y="926545"/>
              <a:ext cx="3066" cy="40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3" name="Oval 2580">
              <a:extLst>
                <a:ext uri="{FF2B5EF4-FFF2-40B4-BE49-F238E27FC236}">
                  <a16:creationId xmlns:a16="http://schemas.microsoft.com/office/drawing/2014/main" id="{8F4667CC-7311-0AC3-2D8A-B70478478FA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888883" y="926545"/>
              <a:ext cx="4087" cy="40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4" name="Oval 2581">
              <a:extLst>
                <a:ext uri="{FF2B5EF4-FFF2-40B4-BE49-F238E27FC236}">
                  <a16:creationId xmlns:a16="http://schemas.microsoft.com/office/drawing/2014/main" id="{BF583035-0DE3-57EB-A64F-AA24FB5B314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988004" y="926545"/>
              <a:ext cx="4087" cy="40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5" name="Oval 2582">
              <a:extLst>
                <a:ext uri="{FF2B5EF4-FFF2-40B4-BE49-F238E27FC236}">
                  <a16:creationId xmlns:a16="http://schemas.microsoft.com/office/drawing/2014/main" id="{4CB9A5A9-17CA-6FA4-0C27-8BC92ADB764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087124" y="926545"/>
              <a:ext cx="4087" cy="40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6" name="Oval 2583">
              <a:extLst>
                <a:ext uri="{FF2B5EF4-FFF2-40B4-BE49-F238E27FC236}">
                  <a16:creationId xmlns:a16="http://schemas.microsoft.com/office/drawing/2014/main" id="{A1FD4E17-406C-D7FD-6BFD-6B85DAE0844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188289" y="926545"/>
              <a:ext cx="2044" cy="40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7" name="Oval 2584">
              <a:extLst>
                <a:ext uri="{FF2B5EF4-FFF2-40B4-BE49-F238E27FC236}">
                  <a16:creationId xmlns:a16="http://schemas.microsoft.com/office/drawing/2014/main" id="{7547B589-36D7-3F5E-A850-05DB9E44836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288431" y="926545"/>
              <a:ext cx="3066" cy="40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8" name="Oval 2585">
              <a:extLst>
                <a:ext uri="{FF2B5EF4-FFF2-40B4-BE49-F238E27FC236}">
                  <a16:creationId xmlns:a16="http://schemas.microsoft.com/office/drawing/2014/main" id="{D8B51FB0-FBCB-2CB9-C9BC-FD7C9139104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387552" y="928588"/>
              <a:ext cx="4087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9" name="Oval 2586">
              <a:extLst>
                <a:ext uri="{FF2B5EF4-FFF2-40B4-BE49-F238E27FC236}">
                  <a16:creationId xmlns:a16="http://schemas.microsoft.com/office/drawing/2014/main" id="{B105D858-1933-9746-A293-B0696D456FC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488716" y="928588"/>
              <a:ext cx="2044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0" name="Oval 2640">
              <a:extLst>
                <a:ext uri="{FF2B5EF4-FFF2-40B4-BE49-F238E27FC236}">
                  <a16:creationId xmlns:a16="http://schemas.microsoft.com/office/drawing/2014/main" id="{6920AB80-2C40-A1D9-B5AA-6D8CA9A40B5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287625" y="823337"/>
              <a:ext cx="11241" cy="1124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1" name="Oval 2641">
              <a:extLst>
                <a:ext uri="{FF2B5EF4-FFF2-40B4-BE49-F238E27FC236}">
                  <a16:creationId xmlns:a16="http://schemas.microsoft.com/office/drawing/2014/main" id="{6AD38F61-4583-30A6-B009-10789CAB099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386746" y="823337"/>
              <a:ext cx="12262" cy="1124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2" name="Oval 2642">
              <a:extLst>
                <a:ext uri="{FF2B5EF4-FFF2-40B4-BE49-F238E27FC236}">
                  <a16:creationId xmlns:a16="http://schemas.microsoft.com/office/drawing/2014/main" id="{2E42E4D6-8B78-CF61-0718-A1DB1D40D43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485866" y="823337"/>
              <a:ext cx="14306" cy="1124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3" name="Oval 2643">
              <a:extLst>
                <a:ext uri="{FF2B5EF4-FFF2-40B4-BE49-F238E27FC236}">
                  <a16:creationId xmlns:a16="http://schemas.microsoft.com/office/drawing/2014/main" id="{874B005F-242C-BE70-AE29-C412146EE1E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586009" y="823337"/>
              <a:ext cx="13285" cy="1124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4" name="Oval 2644">
              <a:extLst>
                <a:ext uri="{FF2B5EF4-FFF2-40B4-BE49-F238E27FC236}">
                  <a16:creationId xmlns:a16="http://schemas.microsoft.com/office/drawing/2014/main" id="{7175B10B-3719-539E-A0CA-A2F02E62E62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687173" y="823337"/>
              <a:ext cx="11241" cy="1124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5" name="Oval 2645">
              <a:extLst>
                <a:ext uri="{FF2B5EF4-FFF2-40B4-BE49-F238E27FC236}">
                  <a16:creationId xmlns:a16="http://schemas.microsoft.com/office/drawing/2014/main" id="{06BD2C83-9439-AC0F-0EE5-AC1DE603967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786294" y="823337"/>
              <a:ext cx="11241" cy="1124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6" name="Oval 2646">
              <a:extLst>
                <a:ext uri="{FF2B5EF4-FFF2-40B4-BE49-F238E27FC236}">
                  <a16:creationId xmlns:a16="http://schemas.microsoft.com/office/drawing/2014/main" id="{695D21C5-C34B-C3CE-8D7C-3CC1CA3F61D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885414" y="823337"/>
              <a:ext cx="12262" cy="1124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7" name="Oval 2647">
              <a:extLst>
                <a:ext uri="{FF2B5EF4-FFF2-40B4-BE49-F238E27FC236}">
                  <a16:creationId xmlns:a16="http://schemas.microsoft.com/office/drawing/2014/main" id="{F5832A17-2692-589B-2D73-8FE16011D16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986579" y="823337"/>
              <a:ext cx="10219" cy="1124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8" name="Oval 2648">
              <a:extLst>
                <a:ext uri="{FF2B5EF4-FFF2-40B4-BE49-F238E27FC236}">
                  <a16:creationId xmlns:a16="http://schemas.microsoft.com/office/drawing/2014/main" id="{0381E974-1BFF-3FE0-5E4A-7AED9387586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086721" y="823337"/>
              <a:ext cx="9197" cy="1124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9" name="Oval 2649">
              <a:extLst>
                <a:ext uri="{FF2B5EF4-FFF2-40B4-BE49-F238E27FC236}">
                  <a16:creationId xmlns:a16="http://schemas.microsoft.com/office/drawing/2014/main" id="{ACCB5EC7-0DAC-3FB2-54E2-C76FAFCF83A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187885" y="825381"/>
              <a:ext cx="7153" cy="81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0" name="Oval 2650">
              <a:extLst>
                <a:ext uri="{FF2B5EF4-FFF2-40B4-BE49-F238E27FC236}">
                  <a16:creationId xmlns:a16="http://schemas.microsoft.com/office/drawing/2014/main" id="{F767F59A-E330-D8C9-E624-970B2DCFCD7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287006" y="825381"/>
              <a:ext cx="9197" cy="81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1" name="Oval 2651">
              <a:extLst>
                <a:ext uri="{FF2B5EF4-FFF2-40B4-BE49-F238E27FC236}">
                  <a16:creationId xmlns:a16="http://schemas.microsoft.com/office/drawing/2014/main" id="{270D0E09-A159-B5C2-2FAF-2181CC0FE41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386127" y="825381"/>
              <a:ext cx="10219" cy="81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2" name="Oval 2652">
              <a:extLst>
                <a:ext uri="{FF2B5EF4-FFF2-40B4-BE49-F238E27FC236}">
                  <a16:creationId xmlns:a16="http://schemas.microsoft.com/office/drawing/2014/main" id="{E8973830-4D3D-E585-1840-72E26302F7A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487291" y="825381"/>
              <a:ext cx="8175" cy="81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3" name="Oval 2653">
              <a:extLst>
                <a:ext uri="{FF2B5EF4-FFF2-40B4-BE49-F238E27FC236}">
                  <a16:creationId xmlns:a16="http://schemas.microsoft.com/office/drawing/2014/main" id="{D18E592D-461D-11E9-9084-376DA1CD85C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586412" y="825381"/>
              <a:ext cx="8175" cy="81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4" name="Oval 2654">
              <a:extLst>
                <a:ext uri="{FF2B5EF4-FFF2-40B4-BE49-F238E27FC236}">
                  <a16:creationId xmlns:a16="http://schemas.microsoft.com/office/drawing/2014/main" id="{76271FE8-94E1-2526-C1E9-6AE19603A5F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688598" y="825381"/>
              <a:ext cx="5110" cy="81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5" name="Oval 2655">
              <a:extLst>
                <a:ext uri="{FF2B5EF4-FFF2-40B4-BE49-F238E27FC236}">
                  <a16:creationId xmlns:a16="http://schemas.microsoft.com/office/drawing/2014/main" id="{71ACFFDC-B996-368B-60EB-DDE647837C8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787719" y="825381"/>
              <a:ext cx="5110" cy="81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6" name="Oval 2656">
              <a:extLst>
                <a:ext uri="{FF2B5EF4-FFF2-40B4-BE49-F238E27FC236}">
                  <a16:creationId xmlns:a16="http://schemas.microsoft.com/office/drawing/2014/main" id="{C33D438B-3958-89D2-D84F-BFC11570C9F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886839" y="825381"/>
              <a:ext cx="6131" cy="81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7" name="Oval 2657">
              <a:extLst>
                <a:ext uri="{FF2B5EF4-FFF2-40B4-BE49-F238E27FC236}">
                  <a16:creationId xmlns:a16="http://schemas.microsoft.com/office/drawing/2014/main" id="{5FC13567-394F-698B-867A-119FFA4F801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985960" y="825381"/>
              <a:ext cx="8175" cy="81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8" name="Oval 2658">
              <a:extLst>
                <a:ext uri="{FF2B5EF4-FFF2-40B4-BE49-F238E27FC236}">
                  <a16:creationId xmlns:a16="http://schemas.microsoft.com/office/drawing/2014/main" id="{58808A12-9FB6-50BC-F06C-EA5C564E842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087124" y="827425"/>
              <a:ext cx="6131" cy="40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9" name="Oval 2659">
              <a:extLst>
                <a:ext uri="{FF2B5EF4-FFF2-40B4-BE49-F238E27FC236}">
                  <a16:creationId xmlns:a16="http://schemas.microsoft.com/office/drawing/2014/main" id="{9E73CA5A-52B8-C75D-D96D-FFE111BDA1F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187267" y="827425"/>
              <a:ext cx="5110" cy="40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0" name="Oval 2660">
              <a:extLst>
                <a:ext uri="{FF2B5EF4-FFF2-40B4-BE49-F238E27FC236}">
                  <a16:creationId xmlns:a16="http://schemas.microsoft.com/office/drawing/2014/main" id="{155F0FFD-7819-1603-72D3-B7E8FAFC8BD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288431" y="827425"/>
              <a:ext cx="3066" cy="40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1" name="Oval 2661">
              <a:extLst>
                <a:ext uri="{FF2B5EF4-FFF2-40B4-BE49-F238E27FC236}">
                  <a16:creationId xmlns:a16="http://schemas.microsoft.com/office/drawing/2014/main" id="{63ABE2D6-37BB-B981-09A1-3B0AEAA5B5A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387552" y="827425"/>
              <a:ext cx="4087" cy="40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2" name="Oval 2662">
              <a:extLst>
                <a:ext uri="{FF2B5EF4-FFF2-40B4-BE49-F238E27FC236}">
                  <a16:creationId xmlns:a16="http://schemas.microsoft.com/office/drawing/2014/main" id="{D6D5321E-B3F0-EAAB-A5EB-974FD8201A1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486673" y="827425"/>
              <a:ext cx="4087" cy="40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3" name="Oval 2712">
              <a:extLst>
                <a:ext uri="{FF2B5EF4-FFF2-40B4-BE49-F238E27FC236}">
                  <a16:creationId xmlns:a16="http://schemas.microsoft.com/office/drawing/2014/main" id="{2A2F67EB-2A62-2122-B2B5-56A46D0C954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8989241" y="726260"/>
              <a:ext cx="8175" cy="715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4" name="Oval 2713">
              <a:extLst>
                <a:ext uri="{FF2B5EF4-FFF2-40B4-BE49-F238E27FC236}">
                  <a16:creationId xmlns:a16="http://schemas.microsoft.com/office/drawing/2014/main" id="{72FF9FA6-9230-5D7A-72EF-1E4A8CD05A9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087340" y="724216"/>
              <a:ext cx="11241" cy="1124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5" name="Oval 2714">
              <a:extLst>
                <a:ext uri="{FF2B5EF4-FFF2-40B4-BE49-F238E27FC236}">
                  <a16:creationId xmlns:a16="http://schemas.microsoft.com/office/drawing/2014/main" id="{7B324299-B02B-147A-5942-B063F5C7388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186461" y="722172"/>
              <a:ext cx="13285" cy="132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6" name="Oval 2715">
              <a:extLst>
                <a:ext uri="{FF2B5EF4-FFF2-40B4-BE49-F238E27FC236}">
                  <a16:creationId xmlns:a16="http://schemas.microsoft.com/office/drawing/2014/main" id="{B1A58381-EC75-20C4-AA3F-585A73963FD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285582" y="720129"/>
              <a:ext cx="15328" cy="1737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7" name="Oval 2716">
              <a:extLst>
                <a:ext uri="{FF2B5EF4-FFF2-40B4-BE49-F238E27FC236}">
                  <a16:creationId xmlns:a16="http://schemas.microsoft.com/office/drawing/2014/main" id="{3EB3CDDC-B78C-1C7D-D576-687983AE975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382658" y="720129"/>
              <a:ext cx="19416" cy="1737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8" name="Oval 2717">
              <a:extLst>
                <a:ext uri="{FF2B5EF4-FFF2-40B4-BE49-F238E27FC236}">
                  <a16:creationId xmlns:a16="http://schemas.microsoft.com/office/drawing/2014/main" id="{776F88DB-9358-5DBA-4A3B-F7DECB87EB6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482801" y="720128"/>
              <a:ext cx="19416" cy="194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9" name="Oval 2718">
              <a:extLst>
                <a:ext uri="{FF2B5EF4-FFF2-40B4-BE49-F238E27FC236}">
                  <a16:creationId xmlns:a16="http://schemas.microsoft.com/office/drawing/2014/main" id="{B0B9353B-8AA8-0983-3D42-E36CAA65444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583965" y="720128"/>
              <a:ext cx="17372" cy="194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0" name="Oval 2719">
              <a:extLst>
                <a:ext uri="{FF2B5EF4-FFF2-40B4-BE49-F238E27FC236}">
                  <a16:creationId xmlns:a16="http://schemas.microsoft.com/office/drawing/2014/main" id="{31A1A2D8-0F1E-CB57-70D9-7546DB0CD73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683086" y="720129"/>
              <a:ext cx="19416" cy="1737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1" name="Oval 2720">
              <a:extLst>
                <a:ext uri="{FF2B5EF4-FFF2-40B4-BE49-F238E27FC236}">
                  <a16:creationId xmlns:a16="http://schemas.microsoft.com/office/drawing/2014/main" id="{B0AF4F08-71AB-E7CC-654B-86AA3E1AB02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784250" y="720129"/>
              <a:ext cx="17372" cy="1737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2" name="Oval 2721">
              <a:extLst>
                <a:ext uri="{FF2B5EF4-FFF2-40B4-BE49-F238E27FC236}">
                  <a16:creationId xmlns:a16="http://schemas.microsoft.com/office/drawing/2014/main" id="{BC84AB87-C16E-730E-402D-D5A647E2357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883371" y="720129"/>
              <a:ext cx="17372" cy="1737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3" name="Oval 2722">
              <a:extLst>
                <a:ext uri="{FF2B5EF4-FFF2-40B4-BE49-F238E27FC236}">
                  <a16:creationId xmlns:a16="http://schemas.microsoft.com/office/drawing/2014/main" id="{A1E7D09B-DD6E-DC4F-EB4C-6B372C55A35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984535" y="722173"/>
              <a:ext cx="16350" cy="1532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4" name="Oval 2723">
              <a:extLst>
                <a:ext uri="{FF2B5EF4-FFF2-40B4-BE49-F238E27FC236}">
                  <a16:creationId xmlns:a16="http://schemas.microsoft.com/office/drawing/2014/main" id="{29F050D9-84A2-D263-86A2-05DBA79B9FF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084678" y="722172"/>
              <a:ext cx="15328" cy="132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5" name="Oval 2724">
              <a:extLst>
                <a:ext uri="{FF2B5EF4-FFF2-40B4-BE49-F238E27FC236}">
                  <a16:creationId xmlns:a16="http://schemas.microsoft.com/office/drawing/2014/main" id="{C222E3B0-E5C4-1153-69BA-B5B0ABE268C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185842" y="722172"/>
              <a:ext cx="11241" cy="132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6" name="Oval 2725">
              <a:extLst>
                <a:ext uri="{FF2B5EF4-FFF2-40B4-BE49-F238E27FC236}">
                  <a16:creationId xmlns:a16="http://schemas.microsoft.com/office/drawing/2014/main" id="{9B412726-BAA3-5B00-525B-1147EDA629E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284963" y="724216"/>
              <a:ext cx="11241" cy="1124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7" name="Oval 2726">
              <a:extLst>
                <a:ext uri="{FF2B5EF4-FFF2-40B4-BE49-F238E27FC236}">
                  <a16:creationId xmlns:a16="http://schemas.microsoft.com/office/drawing/2014/main" id="{4F91D138-A5C0-57D6-A89B-97F4A433FAF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386127" y="724216"/>
              <a:ext cx="12262" cy="1124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8" name="Oval 2727">
              <a:extLst>
                <a:ext uri="{FF2B5EF4-FFF2-40B4-BE49-F238E27FC236}">
                  <a16:creationId xmlns:a16="http://schemas.microsoft.com/office/drawing/2014/main" id="{4B226AF3-96AD-A5D9-4E85-9B8A5CEBD5E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485248" y="724216"/>
              <a:ext cx="12262" cy="1124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9" name="Oval 2728">
              <a:extLst>
                <a:ext uri="{FF2B5EF4-FFF2-40B4-BE49-F238E27FC236}">
                  <a16:creationId xmlns:a16="http://schemas.microsoft.com/office/drawing/2014/main" id="{6861DF3D-9641-5B8E-5327-7AAB4D68413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585390" y="724216"/>
              <a:ext cx="11241" cy="919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0" name="Oval 2729">
              <a:extLst>
                <a:ext uri="{FF2B5EF4-FFF2-40B4-BE49-F238E27FC236}">
                  <a16:creationId xmlns:a16="http://schemas.microsoft.com/office/drawing/2014/main" id="{45D409D1-4020-34BB-642C-CDFEE243D17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686554" y="724216"/>
              <a:ext cx="9197" cy="919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1" name="Oval 2730">
              <a:extLst>
                <a:ext uri="{FF2B5EF4-FFF2-40B4-BE49-F238E27FC236}">
                  <a16:creationId xmlns:a16="http://schemas.microsoft.com/office/drawing/2014/main" id="{0479F033-36EB-F79F-4EAA-8ABCB901105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785675" y="724216"/>
              <a:ext cx="9197" cy="919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2" name="Oval 2731">
              <a:extLst>
                <a:ext uri="{FF2B5EF4-FFF2-40B4-BE49-F238E27FC236}">
                  <a16:creationId xmlns:a16="http://schemas.microsoft.com/office/drawing/2014/main" id="{E5248039-92FA-29B4-3FDE-EEDD37348DD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886839" y="724216"/>
              <a:ext cx="8175" cy="919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3" name="Oval 2732">
              <a:extLst>
                <a:ext uri="{FF2B5EF4-FFF2-40B4-BE49-F238E27FC236}">
                  <a16:creationId xmlns:a16="http://schemas.microsoft.com/office/drawing/2014/main" id="{F1F38499-3441-59F7-5CD0-01743D068D3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985960" y="726260"/>
              <a:ext cx="8175" cy="715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4" name="Oval 2733">
              <a:extLst>
                <a:ext uri="{FF2B5EF4-FFF2-40B4-BE49-F238E27FC236}">
                  <a16:creationId xmlns:a16="http://schemas.microsoft.com/office/drawing/2014/main" id="{3026A260-965B-081B-CB1A-FE8DEA482EA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085080" y="726260"/>
              <a:ext cx="8175" cy="715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5" name="Oval 2734">
              <a:extLst>
                <a:ext uri="{FF2B5EF4-FFF2-40B4-BE49-F238E27FC236}">
                  <a16:creationId xmlns:a16="http://schemas.microsoft.com/office/drawing/2014/main" id="{C3235C32-00F9-863B-3C7B-56486FE3519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187267" y="726260"/>
              <a:ext cx="5110" cy="715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6" name="Oval 2735">
              <a:extLst>
                <a:ext uri="{FF2B5EF4-FFF2-40B4-BE49-F238E27FC236}">
                  <a16:creationId xmlns:a16="http://schemas.microsoft.com/office/drawing/2014/main" id="{AEBEEE1E-5401-D17B-0ADE-7467E1A8BAA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286388" y="726260"/>
              <a:ext cx="7153" cy="715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7" name="Oval 2736">
              <a:extLst>
                <a:ext uri="{FF2B5EF4-FFF2-40B4-BE49-F238E27FC236}">
                  <a16:creationId xmlns:a16="http://schemas.microsoft.com/office/drawing/2014/main" id="{C7313289-44C9-51F3-5922-98B01898F83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385508" y="726260"/>
              <a:ext cx="8175" cy="51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8" name="Oval 2737">
              <a:extLst>
                <a:ext uri="{FF2B5EF4-FFF2-40B4-BE49-F238E27FC236}">
                  <a16:creationId xmlns:a16="http://schemas.microsoft.com/office/drawing/2014/main" id="{EE977D53-4DC2-3BD2-3EF7-66D9514F2A4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486673" y="726260"/>
              <a:ext cx="6131" cy="51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9" name="Oval 2784">
              <a:extLst>
                <a:ext uri="{FF2B5EF4-FFF2-40B4-BE49-F238E27FC236}">
                  <a16:creationId xmlns:a16="http://schemas.microsoft.com/office/drawing/2014/main" id="{2B4AAE8E-18FC-13F8-1310-2FCEA432947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8693923" y="628162"/>
              <a:ext cx="1022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0" name="Oval 2785">
              <a:extLst>
                <a:ext uri="{FF2B5EF4-FFF2-40B4-BE49-F238E27FC236}">
                  <a16:creationId xmlns:a16="http://schemas.microsoft.com/office/drawing/2014/main" id="{49B822FC-19A2-37AC-BDDC-B970B825B64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8793044" y="628162"/>
              <a:ext cx="2044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1" name="Oval 2786">
              <a:extLst>
                <a:ext uri="{FF2B5EF4-FFF2-40B4-BE49-F238E27FC236}">
                  <a16:creationId xmlns:a16="http://schemas.microsoft.com/office/drawing/2014/main" id="{F6F60B0A-3793-27CE-850E-B4F9D780554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8890121" y="626118"/>
              <a:ext cx="8175" cy="61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2" name="Oval 2787">
              <a:extLst>
                <a:ext uri="{FF2B5EF4-FFF2-40B4-BE49-F238E27FC236}">
                  <a16:creationId xmlns:a16="http://schemas.microsoft.com/office/drawing/2014/main" id="{B08BB478-AD23-EB76-08DA-872205246AE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8987198" y="624074"/>
              <a:ext cx="12262" cy="102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3" name="Oval 2788">
              <a:extLst>
                <a:ext uri="{FF2B5EF4-FFF2-40B4-BE49-F238E27FC236}">
                  <a16:creationId xmlns:a16="http://schemas.microsoft.com/office/drawing/2014/main" id="{8451B4E4-7704-8295-9D35-5B06BE215CE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085297" y="622031"/>
              <a:ext cx="15328" cy="143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4" name="Oval 2789">
              <a:extLst>
                <a:ext uri="{FF2B5EF4-FFF2-40B4-BE49-F238E27FC236}">
                  <a16:creationId xmlns:a16="http://schemas.microsoft.com/office/drawing/2014/main" id="{129E131E-B706-5DF9-59BA-BD81BB54A1B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184417" y="619986"/>
              <a:ext cx="19416" cy="1839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5" name="Oval 2790">
              <a:extLst>
                <a:ext uri="{FF2B5EF4-FFF2-40B4-BE49-F238E27FC236}">
                  <a16:creationId xmlns:a16="http://schemas.microsoft.com/office/drawing/2014/main" id="{F6CF5585-90C2-7CB4-611C-9AE7036FBC1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281494" y="618965"/>
              <a:ext cx="23503" cy="2145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6" name="Oval 2791">
              <a:extLst>
                <a:ext uri="{FF2B5EF4-FFF2-40B4-BE49-F238E27FC236}">
                  <a16:creationId xmlns:a16="http://schemas.microsoft.com/office/drawing/2014/main" id="{70F9E6E2-C663-C15E-9751-0BA09100D51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380614" y="616921"/>
              <a:ext cx="23503" cy="245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7" name="Oval 2792">
              <a:extLst>
                <a:ext uri="{FF2B5EF4-FFF2-40B4-BE49-F238E27FC236}">
                  <a16:creationId xmlns:a16="http://schemas.microsoft.com/office/drawing/2014/main" id="{FB8E1B8A-D877-CE7F-9EBD-8381DFCA45C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480757" y="616921"/>
              <a:ext cx="24525" cy="245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8" name="Oval 2793">
              <a:extLst>
                <a:ext uri="{FF2B5EF4-FFF2-40B4-BE49-F238E27FC236}">
                  <a16:creationId xmlns:a16="http://schemas.microsoft.com/office/drawing/2014/main" id="{88F77700-C717-A7E5-D14A-29C4CBCA1FA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579878" y="616921"/>
              <a:ext cx="25547" cy="245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9" name="Oval 2794">
              <a:extLst>
                <a:ext uri="{FF2B5EF4-FFF2-40B4-BE49-F238E27FC236}">
                  <a16:creationId xmlns:a16="http://schemas.microsoft.com/office/drawing/2014/main" id="{CEA82A67-6DC7-D77F-78A5-BF28BC8A384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681042" y="616921"/>
              <a:ext cx="23503" cy="245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0" name="Oval 2795">
              <a:extLst>
                <a:ext uri="{FF2B5EF4-FFF2-40B4-BE49-F238E27FC236}">
                  <a16:creationId xmlns:a16="http://schemas.microsoft.com/office/drawing/2014/main" id="{0218BAE1-6973-4AA4-3589-AF9EA5AEC1F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780163" y="618965"/>
              <a:ext cx="23503" cy="2145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1" name="Oval 2796">
              <a:extLst>
                <a:ext uri="{FF2B5EF4-FFF2-40B4-BE49-F238E27FC236}">
                  <a16:creationId xmlns:a16="http://schemas.microsoft.com/office/drawing/2014/main" id="{A24EFB94-CC89-1920-5E9E-CE8C98AC48F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881327" y="618965"/>
              <a:ext cx="21459" cy="2145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2" name="Oval 2797">
              <a:extLst>
                <a:ext uri="{FF2B5EF4-FFF2-40B4-BE49-F238E27FC236}">
                  <a16:creationId xmlns:a16="http://schemas.microsoft.com/office/drawing/2014/main" id="{5FD10B9F-D1EC-7B96-EDFB-CA14919BA38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981469" y="618965"/>
              <a:ext cx="21459" cy="2145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3" name="Oval 2798">
              <a:extLst>
                <a:ext uri="{FF2B5EF4-FFF2-40B4-BE49-F238E27FC236}">
                  <a16:creationId xmlns:a16="http://schemas.microsoft.com/office/drawing/2014/main" id="{F8A04A8B-C472-8B93-C150-7673B3ADD69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082634" y="619986"/>
              <a:ext cx="19416" cy="1839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4" name="Oval 2799">
              <a:extLst>
                <a:ext uri="{FF2B5EF4-FFF2-40B4-BE49-F238E27FC236}">
                  <a16:creationId xmlns:a16="http://schemas.microsoft.com/office/drawing/2014/main" id="{54CDB39F-58FC-E96D-8474-83A285287C0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183798" y="619986"/>
              <a:ext cx="15328" cy="1839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5" name="Oval 2800">
              <a:extLst>
                <a:ext uri="{FF2B5EF4-FFF2-40B4-BE49-F238E27FC236}">
                  <a16:creationId xmlns:a16="http://schemas.microsoft.com/office/drawing/2014/main" id="{4C533C55-30BC-E3E7-DE70-EAD1B9B0536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282919" y="619986"/>
              <a:ext cx="15328" cy="1839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6" name="Oval 2801">
              <a:extLst>
                <a:ext uri="{FF2B5EF4-FFF2-40B4-BE49-F238E27FC236}">
                  <a16:creationId xmlns:a16="http://schemas.microsoft.com/office/drawing/2014/main" id="{33F0443F-DD9B-82FD-EE71-BC0FDF3603E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384083" y="622031"/>
              <a:ext cx="15328" cy="143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7" name="Oval 2802">
              <a:extLst>
                <a:ext uri="{FF2B5EF4-FFF2-40B4-BE49-F238E27FC236}">
                  <a16:creationId xmlns:a16="http://schemas.microsoft.com/office/drawing/2014/main" id="{83731B64-0584-1EB2-9AE6-A77ADEB0702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483204" y="622031"/>
              <a:ext cx="16350" cy="143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8" name="Oval 2803">
              <a:extLst>
                <a:ext uri="{FF2B5EF4-FFF2-40B4-BE49-F238E27FC236}">
                  <a16:creationId xmlns:a16="http://schemas.microsoft.com/office/drawing/2014/main" id="{75E9B213-1530-F349-3527-C30FFE8BF0B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585390" y="622031"/>
              <a:ext cx="11241" cy="143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9" name="Oval 2804">
              <a:extLst>
                <a:ext uri="{FF2B5EF4-FFF2-40B4-BE49-F238E27FC236}">
                  <a16:creationId xmlns:a16="http://schemas.microsoft.com/office/drawing/2014/main" id="{7BF752E3-44DE-7DA4-B804-FE6D6A51A2B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684510" y="622031"/>
              <a:ext cx="11241" cy="143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0" name="Oval 2805">
              <a:extLst>
                <a:ext uri="{FF2B5EF4-FFF2-40B4-BE49-F238E27FC236}">
                  <a16:creationId xmlns:a16="http://schemas.microsoft.com/office/drawing/2014/main" id="{30E45DA1-4FC3-F250-82A0-EAB607281C0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785675" y="622031"/>
              <a:ext cx="11241" cy="1226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1" name="Oval 2806">
              <a:extLst>
                <a:ext uri="{FF2B5EF4-FFF2-40B4-BE49-F238E27FC236}">
                  <a16:creationId xmlns:a16="http://schemas.microsoft.com/office/drawing/2014/main" id="{7746C20E-D6BA-AF7E-B611-69F6CFFBD3C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884795" y="624074"/>
              <a:ext cx="12262" cy="102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2" name="Oval 2807">
              <a:extLst>
                <a:ext uri="{FF2B5EF4-FFF2-40B4-BE49-F238E27FC236}">
                  <a16:creationId xmlns:a16="http://schemas.microsoft.com/office/drawing/2014/main" id="{E4935881-A341-F6A6-7396-139D8725759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983916" y="624074"/>
              <a:ext cx="12262" cy="102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3" name="Oval 2808">
              <a:extLst>
                <a:ext uri="{FF2B5EF4-FFF2-40B4-BE49-F238E27FC236}">
                  <a16:creationId xmlns:a16="http://schemas.microsoft.com/office/drawing/2014/main" id="{11A74316-5304-FB87-CACB-DFAC62E0A37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085080" y="624074"/>
              <a:ext cx="10219" cy="102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4" name="Oval 2809">
              <a:extLst>
                <a:ext uri="{FF2B5EF4-FFF2-40B4-BE49-F238E27FC236}">
                  <a16:creationId xmlns:a16="http://schemas.microsoft.com/office/drawing/2014/main" id="{2F1B0389-02B8-DA43-F02F-B11BCA57B04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185223" y="624074"/>
              <a:ext cx="9197" cy="102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5" name="Oval 2810">
              <a:extLst>
                <a:ext uri="{FF2B5EF4-FFF2-40B4-BE49-F238E27FC236}">
                  <a16:creationId xmlns:a16="http://schemas.microsoft.com/office/drawing/2014/main" id="{13D27C21-3921-B38D-5927-4D226034344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286388" y="624074"/>
              <a:ext cx="7153" cy="102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6" name="Oval 2811">
              <a:extLst>
                <a:ext uri="{FF2B5EF4-FFF2-40B4-BE49-F238E27FC236}">
                  <a16:creationId xmlns:a16="http://schemas.microsoft.com/office/drawing/2014/main" id="{DF51765B-EA27-9459-A22B-722B6CEA0B5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385508" y="624074"/>
              <a:ext cx="8175" cy="102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7" name="Oval 2812">
              <a:extLst>
                <a:ext uri="{FF2B5EF4-FFF2-40B4-BE49-F238E27FC236}">
                  <a16:creationId xmlns:a16="http://schemas.microsoft.com/office/drawing/2014/main" id="{EFE6BBB8-2759-AAFC-3F4E-7745B19CF73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484629" y="624074"/>
              <a:ext cx="8175" cy="102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8" name="Oval 3020">
              <a:extLst>
                <a:ext uri="{FF2B5EF4-FFF2-40B4-BE49-F238E27FC236}">
                  <a16:creationId xmlns:a16="http://schemas.microsoft.com/office/drawing/2014/main" id="{087FCC11-3B4C-FC0D-87B1-69F45AFA6B1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546868" y="504516"/>
              <a:ext cx="40874" cy="429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9" name="Oval 3021">
              <a:extLst>
                <a:ext uri="{FF2B5EF4-FFF2-40B4-BE49-F238E27FC236}">
                  <a16:creationId xmlns:a16="http://schemas.microsoft.com/office/drawing/2014/main" id="{C09325BF-012E-11A2-C8A9-99F23AE8FEA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645989" y="504516"/>
              <a:ext cx="40874" cy="408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0" name="Oval 3022">
              <a:extLst>
                <a:ext uri="{FF2B5EF4-FFF2-40B4-BE49-F238E27FC236}">
                  <a16:creationId xmlns:a16="http://schemas.microsoft.com/office/drawing/2014/main" id="{6AA89A4D-1FFC-7DED-D8ED-4177D3BA5FB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747153" y="506560"/>
              <a:ext cx="39853" cy="388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1" name="Oval 3023">
              <a:extLst>
                <a:ext uri="{FF2B5EF4-FFF2-40B4-BE49-F238E27FC236}">
                  <a16:creationId xmlns:a16="http://schemas.microsoft.com/office/drawing/2014/main" id="{4E8C0640-77D1-88B4-31E0-D4D448E228B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847296" y="506560"/>
              <a:ext cx="38831" cy="367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2" name="Oval 3024">
              <a:extLst>
                <a:ext uri="{FF2B5EF4-FFF2-40B4-BE49-F238E27FC236}">
                  <a16:creationId xmlns:a16="http://schemas.microsoft.com/office/drawing/2014/main" id="{AA77F100-1B18-4D59-FD58-0A8F24DBD06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948461" y="508603"/>
              <a:ext cx="34743" cy="3474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3" name="Oval 3025">
              <a:extLst>
                <a:ext uri="{FF2B5EF4-FFF2-40B4-BE49-F238E27FC236}">
                  <a16:creationId xmlns:a16="http://schemas.microsoft.com/office/drawing/2014/main" id="{6EB19322-A55B-B429-0EA6-D884178FC77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049625" y="508603"/>
              <a:ext cx="32700" cy="327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4" name="Oval 3026">
              <a:extLst>
                <a:ext uri="{FF2B5EF4-FFF2-40B4-BE49-F238E27FC236}">
                  <a16:creationId xmlns:a16="http://schemas.microsoft.com/office/drawing/2014/main" id="{6C12EAF7-4FD2-21B3-CEC2-D1CE3E698B2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150789" y="510647"/>
              <a:ext cx="30656" cy="3065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5" name="Oval 3027">
              <a:extLst>
                <a:ext uri="{FF2B5EF4-FFF2-40B4-BE49-F238E27FC236}">
                  <a16:creationId xmlns:a16="http://schemas.microsoft.com/office/drawing/2014/main" id="{1535F092-5EEF-003E-AD77-D850D3D85DB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251953" y="510647"/>
              <a:ext cx="29634" cy="2861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6" name="Oval 3028">
              <a:extLst>
                <a:ext uri="{FF2B5EF4-FFF2-40B4-BE49-F238E27FC236}">
                  <a16:creationId xmlns:a16="http://schemas.microsoft.com/office/drawing/2014/main" id="{251A2ED4-AD23-F9F3-5A59-A95D010E808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351074" y="512691"/>
              <a:ext cx="27591" cy="265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7" name="Oval 3029">
              <a:extLst>
                <a:ext uri="{FF2B5EF4-FFF2-40B4-BE49-F238E27FC236}">
                  <a16:creationId xmlns:a16="http://schemas.microsoft.com/office/drawing/2014/main" id="{A4D359BC-D6E7-D917-8A80-A094B3F6D76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452238" y="512691"/>
              <a:ext cx="25547" cy="2554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8" name="Oval 3030">
              <a:extLst>
                <a:ext uri="{FF2B5EF4-FFF2-40B4-BE49-F238E27FC236}">
                  <a16:creationId xmlns:a16="http://schemas.microsoft.com/office/drawing/2014/main" id="{C302B40E-C2C4-D21E-8979-EDD3550B7BE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552381" y="512691"/>
              <a:ext cx="24525" cy="2554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9" name="Oval 3031">
              <a:extLst>
                <a:ext uri="{FF2B5EF4-FFF2-40B4-BE49-F238E27FC236}">
                  <a16:creationId xmlns:a16="http://schemas.microsoft.com/office/drawing/2014/main" id="{2F39F3C0-E405-F0F3-3D0B-F88ECF06C9C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653545" y="514734"/>
              <a:ext cx="23503" cy="2350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0" name="Oval 3032">
              <a:extLst>
                <a:ext uri="{FF2B5EF4-FFF2-40B4-BE49-F238E27FC236}">
                  <a16:creationId xmlns:a16="http://schemas.microsoft.com/office/drawing/2014/main" id="{C0C44248-2C9E-C0A1-F17F-07BBF315D0E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754710" y="514734"/>
              <a:ext cx="21459" cy="2145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1" name="Oval 3033">
              <a:extLst>
                <a:ext uri="{FF2B5EF4-FFF2-40B4-BE49-F238E27FC236}">
                  <a16:creationId xmlns:a16="http://schemas.microsoft.com/office/drawing/2014/main" id="{678ED85E-611B-45A6-B8A8-D4B6554EF8A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853830" y="514734"/>
              <a:ext cx="21459" cy="2145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2" name="Oval 3034">
              <a:extLst>
                <a:ext uri="{FF2B5EF4-FFF2-40B4-BE49-F238E27FC236}">
                  <a16:creationId xmlns:a16="http://schemas.microsoft.com/office/drawing/2014/main" id="{59C3E8C0-4B8C-6CD7-4829-583FBADE422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954995" y="516778"/>
              <a:ext cx="19416" cy="194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3" name="Oval 3035">
              <a:extLst>
                <a:ext uri="{FF2B5EF4-FFF2-40B4-BE49-F238E27FC236}">
                  <a16:creationId xmlns:a16="http://schemas.microsoft.com/office/drawing/2014/main" id="{75E60F98-2B31-856E-1A89-02A17AA0DF2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054115" y="516778"/>
              <a:ext cx="20437" cy="194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4" name="Oval 3036">
              <a:extLst>
                <a:ext uri="{FF2B5EF4-FFF2-40B4-BE49-F238E27FC236}">
                  <a16:creationId xmlns:a16="http://schemas.microsoft.com/office/drawing/2014/main" id="{1DC8810C-2BD7-4105-10B6-96B12351482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156302" y="516778"/>
              <a:ext cx="17372" cy="1737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5" name="Oval 3037">
              <a:extLst>
                <a:ext uri="{FF2B5EF4-FFF2-40B4-BE49-F238E27FC236}">
                  <a16:creationId xmlns:a16="http://schemas.microsoft.com/office/drawing/2014/main" id="{68E25590-F411-65CB-7976-48949C7C7CC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255422" y="516778"/>
              <a:ext cx="17372" cy="1737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" name="Oval 3038">
              <a:extLst>
                <a:ext uri="{FF2B5EF4-FFF2-40B4-BE49-F238E27FC236}">
                  <a16:creationId xmlns:a16="http://schemas.microsoft.com/office/drawing/2014/main" id="{31F031B0-C824-B2F0-B85D-018903D3944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356587" y="517800"/>
              <a:ext cx="15328" cy="163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7" name="Oval 3039">
              <a:extLst>
                <a:ext uri="{FF2B5EF4-FFF2-40B4-BE49-F238E27FC236}">
                  <a16:creationId xmlns:a16="http://schemas.microsoft.com/office/drawing/2014/main" id="{3AA1E27D-96B4-B2BB-03CD-893490ECAEA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455707" y="517800"/>
              <a:ext cx="15328" cy="163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8" name="Freeform 3086">
              <a:extLst>
                <a:ext uri="{FF2B5EF4-FFF2-40B4-BE49-F238E27FC236}">
                  <a16:creationId xmlns:a16="http://schemas.microsoft.com/office/drawing/2014/main" id="{2BD906E2-4304-ED53-8A16-4F11F154D1E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8668067" y="424811"/>
              <a:ext cx="0" cy="2044"/>
            </a:xfrm>
            <a:custGeom>
              <a:avLst/>
              <a:gdLst>
                <a:gd name="T0" fmla="*/ 2 h 2"/>
                <a:gd name="T1" fmla="*/ 2 h 2"/>
                <a:gd name="T2" fmla="*/ 0 h 2"/>
                <a:gd name="T3" fmla="*/ 2 h 2"/>
                <a:gd name="T4" fmla="*/ 2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2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" name="Oval 3087">
              <a:extLst>
                <a:ext uri="{FF2B5EF4-FFF2-40B4-BE49-F238E27FC236}">
                  <a16:creationId xmlns:a16="http://schemas.microsoft.com/office/drawing/2014/main" id="{3ED250F2-3464-BD8F-3A6E-4B2D39BE91C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8768209" y="424811"/>
              <a:ext cx="1022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0" name="Oval 3088">
              <a:extLst>
                <a:ext uri="{FF2B5EF4-FFF2-40B4-BE49-F238E27FC236}">
                  <a16:creationId xmlns:a16="http://schemas.microsoft.com/office/drawing/2014/main" id="{FA4D94A5-4D4A-68A3-D4E0-AC779A2123A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8865287" y="422767"/>
              <a:ext cx="6131" cy="61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1" name="Oval 3089">
              <a:extLst>
                <a:ext uri="{FF2B5EF4-FFF2-40B4-BE49-F238E27FC236}">
                  <a16:creationId xmlns:a16="http://schemas.microsoft.com/office/drawing/2014/main" id="{A6A073A1-0570-DD3C-8BEF-6A27DE49F81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8960320" y="418680"/>
              <a:ext cx="16350" cy="132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2" name="Oval 3090">
              <a:extLst>
                <a:ext uri="{FF2B5EF4-FFF2-40B4-BE49-F238E27FC236}">
                  <a16:creationId xmlns:a16="http://schemas.microsoft.com/office/drawing/2014/main" id="{C8461435-974E-0101-52D2-4BC3C7B51EA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056375" y="414592"/>
              <a:ext cx="23503" cy="2145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3" name="Oval 3091">
              <a:extLst>
                <a:ext uri="{FF2B5EF4-FFF2-40B4-BE49-F238E27FC236}">
                  <a16:creationId xmlns:a16="http://schemas.microsoft.com/office/drawing/2014/main" id="{00A8BA6F-56DA-4CBF-BDC0-59C1CF91E58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153452" y="410505"/>
              <a:ext cx="29634" cy="2963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4" name="Oval 3092">
              <a:extLst>
                <a:ext uri="{FF2B5EF4-FFF2-40B4-BE49-F238E27FC236}">
                  <a16:creationId xmlns:a16="http://schemas.microsoft.com/office/drawing/2014/main" id="{A10F0953-B645-FFEE-2C8E-FAC71B6C0B0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248485" y="407439"/>
              <a:ext cx="37809" cy="367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5" name="Oval 3093">
              <a:extLst>
                <a:ext uri="{FF2B5EF4-FFF2-40B4-BE49-F238E27FC236}">
                  <a16:creationId xmlns:a16="http://schemas.microsoft.com/office/drawing/2014/main" id="{BF94257C-AC98-3127-B7CB-47EBD8B9EAE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346583" y="403352"/>
              <a:ext cx="42918" cy="4496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6" name="Oval 3094">
              <a:extLst>
                <a:ext uri="{FF2B5EF4-FFF2-40B4-BE49-F238E27FC236}">
                  <a16:creationId xmlns:a16="http://schemas.microsoft.com/office/drawing/2014/main" id="{B720ECA6-6DEF-7965-D95A-F016F820F07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443661" y="401308"/>
              <a:ext cx="47006" cy="4904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7" name="Oval 3095">
              <a:extLst>
                <a:ext uri="{FF2B5EF4-FFF2-40B4-BE49-F238E27FC236}">
                  <a16:creationId xmlns:a16="http://schemas.microsoft.com/office/drawing/2014/main" id="{167AE380-CBA8-78FC-3029-87EFF6AD693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542781" y="401308"/>
              <a:ext cx="49049" cy="4904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8" name="Oval 3096">
              <a:extLst>
                <a:ext uri="{FF2B5EF4-FFF2-40B4-BE49-F238E27FC236}">
                  <a16:creationId xmlns:a16="http://schemas.microsoft.com/office/drawing/2014/main" id="{58B027F8-B190-93F9-1764-D1528494C91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641902" y="401308"/>
              <a:ext cx="49049" cy="4904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9" name="Oval 3097">
              <a:extLst>
                <a:ext uri="{FF2B5EF4-FFF2-40B4-BE49-F238E27FC236}">
                  <a16:creationId xmlns:a16="http://schemas.microsoft.com/office/drawing/2014/main" id="{9B8FDFAD-A71C-B1EE-CAB9-5F0C364433D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744088" y="403352"/>
              <a:ext cx="43940" cy="4496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0" name="Oval 3098">
              <a:extLst>
                <a:ext uri="{FF2B5EF4-FFF2-40B4-BE49-F238E27FC236}">
                  <a16:creationId xmlns:a16="http://schemas.microsoft.com/office/drawing/2014/main" id="{07552B3D-BD5A-58B2-1396-375E56E7BAA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845252" y="403352"/>
              <a:ext cx="42918" cy="4496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1" name="Oval 3099">
              <a:extLst>
                <a:ext uri="{FF2B5EF4-FFF2-40B4-BE49-F238E27FC236}">
                  <a16:creationId xmlns:a16="http://schemas.microsoft.com/office/drawing/2014/main" id="{FEC47237-5835-E63D-ABB6-FA987A79745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946417" y="405396"/>
              <a:ext cx="40874" cy="408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2" name="Oval 3100">
              <a:extLst>
                <a:ext uri="{FF2B5EF4-FFF2-40B4-BE49-F238E27FC236}">
                  <a16:creationId xmlns:a16="http://schemas.microsoft.com/office/drawing/2014/main" id="{AF507288-E249-7DF8-0305-68B2B94FC5D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047581" y="407439"/>
              <a:ext cx="36787" cy="367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3" name="Oval 3101">
              <a:extLst>
                <a:ext uri="{FF2B5EF4-FFF2-40B4-BE49-F238E27FC236}">
                  <a16:creationId xmlns:a16="http://schemas.microsoft.com/office/drawing/2014/main" id="{4798DA50-357D-D143-5AC7-71B8539BD5A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148746" y="407439"/>
              <a:ext cx="34743" cy="367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4" name="Oval 3102">
              <a:extLst>
                <a:ext uri="{FF2B5EF4-FFF2-40B4-BE49-F238E27FC236}">
                  <a16:creationId xmlns:a16="http://schemas.microsoft.com/office/drawing/2014/main" id="{C47D8D01-ADE0-FC31-4393-6C5D88AE066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247866" y="409483"/>
              <a:ext cx="35765" cy="327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5" name="Oval 3103">
              <a:extLst>
                <a:ext uri="{FF2B5EF4-FFF2-40B4-BE49-F238E27FC236}">
                  <a16:creationId xmlns:a16="http://schemas.microsoft.com/office/drawing/2014/main" id="{F5690495-1FE6-DF11-9697-6B14B374548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349031" y="409483"/>
              <a:ext cx="31678" cy="327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6" name="Oval 3104">
              <a:extLst>
                <a:ext uri="{FF2B5EF4-FFF2-40B4-BE49-F238E27FC236}">
                  <a16:creationId xmlns:a16="http://schemas.microsoft.com/office/drawing/2014/main" id="{675D778A-968E-72E2-BBBF-9EA649CAE0D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451217" y="410505"/>
              <a:ext cx="28612" cy="2963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7" name="Oval 3105">
              <a:extLst>
                <a:ext uri="{FF2B5EF4-FFF2-40B4-BE49-F238E27FC236}">
                  <a16:creationId xmlns:a16="http://schemas.microsoft.com/office/drawing/2014/main" id="{758EAAB4-6656-2493-A4A9-31D4D9A0C93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550337" y="410505"/>
              <a:ext cx="28612" cy="2963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8" name="Oval 3106">
              <a:extLst>
                <a:ext uri="{FF2B5EF4-FFF2-40B4-BE49-F238E27FC236}">
                  <a16:creationId xmlns:a16="http://schemas.microsoft.com/office/drawing/2014/main" id="{79887C25-32DB-6201-E892-C8DCCDE27C4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651502" y="412548"/>
              <a:ext cx="27591" cy="2554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9" name="Oval 3107">
              <a:extLst>
                <a:ext uri="{FF2B5EF4-FFF2-40B4-BE49-F238E27FC236}">
                  <a16:creationId xmlns:a16="http://schemas.microsoft.com/office/drawing/2014/main" id="{6A947609-3733-B0B7-EF45-E8B4DD9EC57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752666" y="412548"/>
              <a:ext cx="25547" cy="2554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0" name="Oval 3108">
              <a:extLst>
                <a:ext uri="{FF2B5EF4-FFF2-40B4-BE49-F238E27FC236}">
                  <a16:creationId xmlns:a16="http://schemas.microsoft.com/office/drawing/2014/main" id="{38ED1DBC-F0AD-D097-BA59-0A90BBB7703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851787" y="412548"/>
              <a:ext cx="25547" cy="2554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1" name="Oval 3109">
              <a:extLst>
                <a:ext uri="{FF2B5EF4-FFF2-40B4-BE49-F238E27FC236}">
                  <a16:creationId xmlns:a16="http://schemas.microsoft.com/office/drawing/2014/main" id="{679B9BA1-8EA4-1D6E-1CF2-F5524CC9D79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952951" y="414592"/>
              <a:ext cx="23503" cy="2145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2" name="Oval 3110">
              <a:extLst>
                <a:ext uri="{FF2B5EF4-FFF2-40B4-BE49-F238E27FC236}">
                  <a16:creationId xmlns:a16="http://schemas.microsoft.com/office/drawing/2014/main" id="{071C90DC-948B-DC7B-DA61-2E749FFE65A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054115" y="414592"/>
              <a:ext cx="21459" cy="2145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3" name="Oval 3111">
              <a:extLst>
                <a:ext uri="{FF2B5EF4-FFF2-40B4-BE49-F238E27FC236}">
                  <a16:creationId xmlns:a16="http://schemas.microsoft.com/office/drawing/2014/main" id="{AEC80F6A-D79E-F6BE-80EC-CEE9B7B9C22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154258" y="414592"/>
              <a:ext cx="21459" cy="2145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4" name="Oval 3112">
              <a:extLst>
                <a:ext uri="{FF2B5EF4-FFF2-40B4-BE49-F238E27FC236}">
                  <a16:creationId xmlns:a16="http://schemas.microsoft.com/office/drawing/2014/main" id="{844B7C5B-F3A1-E0A6-890B-503A893444C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253378" y="414592"/>
              <a:ext cx="21459" cy="2145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5" name="Oval 3113">
              <a:extLst>
                <a:ext uri="{FF2B5EF4-FFF2-40B4-BE49-F238E27FC236}">
                  <a16:creationId xmlns:a16="http://schemas.microsoft.com/office/drawing/2014/main" id="{4238C697-9685-5B12-03FA-2EBA267DE3D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354543" y="416636"/>
              <a:ext cx="19416" cy="1737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6" name="Oval 3114">
              <a:extLst>
                <a:ext uri="{FF2B5EF4-FFF2-40B4-BE49-F238E27FC236}">
                  <a16:creationId xmlns:a16="http://schemas.microsoft.com/office/drawing/2014/main" id="{0090FCE5-DDF4-7F4D-A77F-213EE83859F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455707" y="416636"/>
              <a:ext cx="15328" cy="1737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7" name="Rectangle 3161">
              <a:extLst>
                <a:ext uri="{FF2B5EF4-FFF2-40B4-BE49-F238E27FC236}">
                  <a16:creationId xmlns:a16="http://schemas.microsoft.com/office/drawing/2014/main" id="{788B9DE6-4A0C-EF02-7BBA-8510C5E0444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8668067" y="323646"/>
              <a:ext cx="1022" cy="10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8" name="Oval 3162">
              <a:extLst>
                <a:ext uri="{FF2B5EF4-FFF2-40B4-BE49-F238E27FC236}">
                  <a16:creationId xmlns:a16="http://schemas.microsoft.com/office/drawing/2014/main" id="{20421738-6D0F-2B6C-BC49-E823C6697A1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8768209" y="324668"/>
              <a:ext cx="1022" cy="20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9" name="Oval 3163">
              <a:extLst>
                <a:ext uri="{FF2B5EF4-FFF2-40B4-BE49-F238E27FC236}">
                  <a16:creationId xmlns:a16="http://schemas.microsoft.com/office/drawing/2014/main" id="{6E1298F7-C096-D35A-A847-5FE4A989DA8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8863243" y="321602"/>
              <a:ext cx="10219" cy="715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0" name="Oval 3164">
              <a:extLst>
                <a:ext uri="{FF2B5EF4-FFF2-40B4-BE49-F238E27FC236}">
                  <a16:creationId xmlns:a16="http://schemas.microsoft.com/office/drawing/2014/main" id="{62631CE1-9613-9BBD-DD8B-AEE503B7ABD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8960320" y="317515"/>
              <a:ext cx="16350" cy="1737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1" name="Oval 3165">
              <a:extLst>
                <a:ext uri="{FF2B5EF4-FFF2-40B4-BE49-F238E27FC236}">
                  <a16:creationId xmlns:a16="http://schemas.microsoft.com/office/drawing/2014/main" id="{3F9E9B8F-00EE-D92A-85B6-ABBC9EB5D9D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056375" y="313428"/>
              <a:ext cx="23503" cy="2554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2" name="Oval 3166">
              <a:extLst>
                <a:ext uri="{FF2B5EF4-FFF2-40B4-BE49-F238E27FC236}">
                  <a16:creationId xmlns:a16="http://schemas.microsoft.com/office/drawing/2014/main" id="{2C08EC1F-469C-40ED-0240-F4B02383557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151408" y="309340"/>
              <a:ext cx="33722" cy="337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3" name="Oval 3167">
              <a:extLst>
                <a:ext uri="{FF2B5EF4-FFF2-40B4-BE49-F238E27FC236}">
                  <a16:creationId xmlns:a16="http://schemas.microsoft.com/office/drawing/2014/main" id="{17F5A0FD-C7B0-FE36-2B40-E965B6A6C3C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247463" y="303210"/>
              <a:ext cx="41897" cy="429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4" name="Oval 3168">
              <a:extLst>
                <a:ext uri="{FF2B5EF4-FFF2-40B4-BE49-F238E27FC236}">
                  <a16:creationId xmlns:a16="http://schemas.microsoft.com/office/drawing/2014/main" id="{96058D9E-D01C-5A1D-3046-55CD677A914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342496" y="302187"/>
              <a:ext cx="49049" cy="4802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5" name="Oval 3169">
              <a:extLst>
                <a:ext uri="{FF2B5EF4-FFF2-40B4-BE49-F238E27FC236}">
                  <a16:creationId xmlns:a16="http://schemas.microsoft.com/office/drawing/2014/main" id="{310040E8-090D-C825-16FB-F404FB26991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439573" y="300144"/>
              <a:ext cx="55181" cy="52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6" name="Oval 3170">
              <a:extLst>
                <a:ext uri="{FF2B5EF4-FFF2-40B4-BE49-F238E27FC236}">
                  <a16:creationId xmlns:a16="http://schemas.microsoft.com/office/drawing/2014/main" id="{84275890-275D-E9DF-8D3E-77B78B8F03D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540737" y="298100"/>
              <a:ext cx="53137" cy="5415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7" name="Oval 3171">
              <a:extLst>
                <a:ext uri="{FF2B5EF4-FFF2-40B4-BE49-F238E27FC236}">
                  <a16:creationId xmlns:a16="http://schemas.microsoft.com/office/drawing/2014/main" id="{3035B528-CE1F-2F4D-86EE-49951FF9D02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640880" y="300144"/>
              <a:ext cx="52115" cy="52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8" name="Oval 3172">
              <a:extLst>
                <a:ext uri="{FF2B5EF4-FFF2-40B4-BE49-F238E27FC236}">
                  <a16:creationId xmlns:a16="http://schemas.microsoft.com/office/drawing/2014/main" id="{6A87C626-AFAF-23FF-D075-DAF8D59E27B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742044" y="300144"/>
              <a:ext cx="50072" cy="5007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9" name="Oval 3173">
              <a:extLst>
                <a:ext uri="{FF2B5EF4-FFF2-40B4-BE49-F238E27FC236}">
                  <a16:creationId xmlns:a16="http://schemas.microsoft.com/office/drawing/2014/main" id="{E777E8DF-595A-023E-C090-9CC3AAA27B5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843208" y="302187"/>
              <a:ext cx="47006" cy="4802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0" name="Oval 3174">
              <a:extLst>
                <a:ext uri="{FF2B5EF4-FFF2-40B4-BE49-F238E27FC236}">
                  <a16:creationId xmlns:a16="http://schemas.microsoft.com/office/drawing/2014/main" id="{FE3936E2-7B18-E1AC-417F-E7BAEF97E79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9944373" y="302187"/>
              <a:ext cx="44962" cy="459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1" name="Oval 3175">
              <a:extLst>
                <a:ext uri="{FF2B5EF4-FFF2-40B4-BE49-F238E27FC236}">
                  <a16:creationId xmlns:a16="http://schemas.microsoft.com/office/drawing/2014/main" id="{D1D6C217-2C14-9F23-20AB-C67EE5DEEE6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045537" y="303210"/>
              <a:ext cx="42918" cy="429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2" name="Oval 3176">
              <a:extLst>
                <a:ext uri="{FF2B5EF4-FFF2-40B4-BE49-F238E27FC236}">
                  <a16:creationId xmlns:a16="http://schemas.microsoft.com/office/drawing/2014/main" id="{C6731770-0829-6CC5-7964-BFAB3D6AE6F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144658" y="305253"/>
              <a:ext cx="40874" cy="408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3" name="Oval 3177">
              <a:extLst>
                <a:ext uri="{FF2B5EF4-FFF2-40B4-BE49-F238E27FC236}">
                  <a16:creationId xmlns:a16="http://schemas.microsoft.com/office/drawing/2014/main" id="{688489DE-CB9B-7A06-B2E0-A9D88DCDA64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245822" y="307296"/>
              <a:ext cx="39853" cy="378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4" name="Oval 3178">
              <a:extLst>
                <a:ext uri="{FF2B5EF4-FFF2-40B4-BE49-F238E27FC236}">
                  <a16:creationId xmlns:a16="http://schemas.microsoft.com/office/drawing/2014/main" id="{28CB307A-60F4-ABA5-63D6-4A499DBFABD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348008" y="307296"/>
              <a:ext cx="36787" cy="3576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5" name="Oval 3179">
              <a:extLst>
                <a:ext uri="{FF2B5EF4-FFF2-40B4-BE49-F238E27FC236}">
                  <a16:creationId xmlns:a16="http://schemas.microsoft.com/office/drawing/2014/main" id="{2D6A88EB-355A-911A-8604-14BAD9CEAA3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449173" y="307296"/>
              <a:ext cx="32700" cy="3576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6" name="Oval 3180">
              <a:extLst>
                <a:ext uri="{FF2B5EF4-FFF2-40B4-BE49-F238E27FC236}">
                  <a16:creationId xmlns:a16="http://schemas.microsoft.com/office/drawing/2014/main" id="{91D706D9-D07D-BF42-65E2-CAAF6028637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550337" y="309340"/>
              <a:ext cx="30656" cy="316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7" name="Oval 3181">
              <a:extLst>
                <a:ext uri="{FF2B5EF4-FFF2-40B4-BE49-F238E27FC236}">
                  <a16:creationId xmlns:a16="http://schemas.microsoft.com/office/drawing/2014/main" id="{4F538501-C624-E0A1-48F7-E0A75234318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649458" y="309340"/>
              <a:ext cx="30656" cy="316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8" name="Oval 3182">
              <a:extLst>
                <a:ext uri="{FF2B5EF4-FFF2-40B4-BE49-F238E27FC236}">
                  <a16:creationId xmlns:a16="http://schemas.microsoft.com/office/drawing/2014/main" id="{CA3B47FB-C2CF-7E43-AB56-BC8D5003C2D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750622" y="311384"/>
              <a:ext cx="29634" cy="2963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9" name="Oval 3183">
              <a:extLst>
                <a:ext uri="{FF2B5EF4-FFF2-40B4-BE49-F238E27FC236}">
                  <a16:creationId xmlns:a16="http://schemas.microsoft.com/office/drawing/2014/main" id="{98C1540A-A771-80F0-7956-265F182F0CF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851787" y="311384"/>
              <a:ext cx="27591" cy="2759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0" name="Oval 3184">
              <a:extLst>
                <a:ext uri="{FF2B5EF4-FFF2-40B4-BE49-F238E27FC236}">
                  <a16:creationId xmlns:a16="http://schemas.microsoft.com/office/drawing/2014/main" id="{E5DA7226-AC9A-331F-25F5-F548DE630E0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0950907" y="313428"/>
              <a:ext cx="25547" cy="2554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1" name="Oval 3185">
              <a:extLst>
                <a:ext uri="{FF2B5EF4-FFF2-40B4-BE49-F238E27FC236}">
                  <a16:creationId xmlns:a16="http://schemas.microsoft.com/office/drawing/2014/main" id="{8669CB29-59E1-34BA-CA52-E0AB3969962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053093" y="313428"/>
              <a:ext cx="22481" cy="2554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2" name="Oval 3186">
              <a:extLst>
                <a:ext uri="{FF2B5EF4-FFF2-40B4-BE49-F238E27FC236}">
                  <a16:creationId xmlns:a16="http://schemas.microsoft.com/office/drawing/2014/main" id="{FE850A8F-FAB7-EC65-00D0-08E957827AB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152214" y="313428"/>
              <a:ext cx="23503" cy="2350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3" name="Oval 3187">
              <a:extLst>
                <a:ext uri="{FF2B5EF4-FFF2-40B4-BE49-F238E27FC236}">
                  <a16:creationId xmlns:a16="http://schemas.microsoft.com/office/drawing/2014/main" id="{96093BF0-178B-6A84-7B3B-2D362F5B888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253378" y="315471"/>
              <a:ext cx="21459" cy="2145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4" name="Oval 3188">
              <a:extLst>
                <a:ext uri="{FF2B5EF4-FFF2-40B4-BE49-F238E27FC236}">
                  <a16:creationId xmlns:a16="http://schemas.microsoft.com/office/drawing/2014/main" id="{74B0DA23-66ED-1701-7901-EDF6EC2AC77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352499" y="315471"/>
              <a:ext cx="21459" cy="2145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5" name="Oval 3189">
              <a:extLst>
                <a:ext uri="{FF2B5EF4-FFF2-40B4-BE49-F238E27FC236}">
                  <a16:creationId xmlns:a16="http://schemas.microsoft.com/office/drawing/2014/main" id="{2CE2C099-1E53-8195-2C14-412E29A45B0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453663" y="315471"/>
              <a:ext cx="19416" cy="194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4378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064714-3CD4-17E5-937C-96B2F9E4C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C0F230-545F-F162-205B-6C509C081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3525E6-6C95-B654-7CF8-7BF1CF254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7074A-F9A4-46D2-A7BD-566B846D4798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A5ED98-950C-1A21-37D2-0AA138F16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5E6894-7389-4D82-5CE0-30B97683B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BDEAB-8C30-4EC1-8F0E-56FD782C6FD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 descr="图形用户界面, 应用程序, Word&#10;&#10;描述已自动生成">
            <a:extLst>
              <a:ext uri="{FF2B5EF4-FFF2-40B4-BE49-F238E27FC236}">
                <a16:creationId xmlns:a16="http://schemas.microsoft.com/office/drawing/2014/main" id="{6A4F9264-F260-40D7-2EC3-D7BF2F48E9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053CD20A-6E60-3B83-510E-A86F08999AA0}"/>
              </a:ext>
            </a:extLst>
          </p:cNvPr>
          <p:cNvGrpSpPr/>
          <p:nvPr userDrawn="1"/>
        </p:nvGrpSpPr>
        <p:grpSpPr>
          <a:xfrm>
            <a:off x="-64453" y="5888102"/>
            <a:ext cx="3920173" cy="930916"/>
            <a:chOff x="-193993" y="5412646"/>
            <a:chExt cx="6090132" cy="1446212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0343F767-D6F1-4366-224F-497E907626F0}"/>
                </a:ext>
              </a:extLst>
            </p:cNvPr>
            <p:cNvGrpSpPr/>
            <p:nvPr/>
          </p:nvGrpSpPr>
          <p:grpSpPr>
            <a:xfrm>
              <a:off x="-153824" y="5412646"/>
              <a:ext cx="6049963" cy="950912"/>
              <a:chOff x="7916862" y="4525964"/>
              <a:chExt cx="6049963" cy="950912"/>
            </a:xfrm>
            <a:solidFill>
              <a:srgbClr val="055686"/>
            </a:solidFill>
          </p:grpSpPr>
          <p:sp>
            <p:nvSpPr>
              <p:cNvPr id="122" name="Freeform 2335">
                <a:extLst>
                  <a:ext uri="{FF2B5EF4-FFF2-40B4-BE49-F238E27FC236}">
                    <a16:creationId xmlns:a16="http://schemas.microsoft.com/office/drawing/2014/main" id="{E4436C76-647A-29C3-EC4C-7290C711C3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70850" y="4525964"/>
                <a:ext cx="3175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  <a:gd name="T3" fmla="*/ 0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3" name="Oval 2336">
                <a:extLst>
                  <a:ext uri="{FF2B5EF4-FFF2-40B4-BE49-F238E27FC236}">
                    <a16:creationId xmlns:a16="http://schemas.microsoft.com/office/drawing/2014/main" id="{6182C215-B735-FCF6-674E-335024297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28012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4" name="Oval 2337">
                <a:extLst>
                  <a:ext uri="{FF2B5EF4-FFF2-40B4-BE49-F238E27FC236}">
                    <a16:creationId xmlns:a16="http://schemas.microsoft.com/office/drawing/2014/main" id="{2CDA5FC7-14F1-1315-87B3-278B7EB815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2000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5" name="Oval 2338">
                <a:extLst>
                  <a:ext uri="{FF2B5EF4-FFF2-40B4-BE49-F238E27FC236}">
                    <a16:creationId xmlns:a16="http://schemas.microsoft.com/office/drawing/2014/main" id="{8A8F7BB7-F8AC-1AB8-C4B3-12A92F65DC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35987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6" name="Oval 2339">
                <a:extLst>
                  <a:ext uri="{FF2B5EF4-FFF2-40B4-BE49-F238E27FC236}">
                    <a16:creationId xmlns:a16="http://schemas.microsoft.com/office/drawing/2014/main" id="{C88E5346-C0FB-528F-D41B-CD3E202507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91562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7" name="Oval 2340">
                <a:extLst>
                  <a:ext uri="{FF2B5EF4-FFF2-40B4-BE49-F238E27FC236}">
                    <a16:creationId xmlns:a16="http://schemas.microsoft.com/office/drawing/2014/main" id="{B7829278-C476-DA48-85DB-13E016D3F9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8725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8" name="Oval 2341">
                <a:extLst>
                  <a:ext uri="{FF2B5EF4-FFF2-40B4-BE49-F238E27FC236}">
                    <a16:creationId xmlns:a16="http://schemas.microsoft.com/office/drawing/2014/main" id="{116C9FFE-C9B9-BABF-7260-4F25FEECF0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02712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9" name="Oval 2342">
                <a:extLst>
                  <a:ext uri="{FF2B5EF4-FFF2-40B4-BE49-F238E27FC236}">
                    <a16:creationId xmlns:a16="http://schemas.microsoft.com/office/drawing/2014/main" id="{2C5E5F20-3D25-F653-676A-3EBCB20359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6700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0" name="Oval 2343">
                <a:extLst>
                  <a:ext uri="{FF2B5EF4-FFF2-40B4-BE49-F238E27FC236}">
                    <a16:creationId xmlns:a16="http://schemas.microsoft.com/office/drawing/2014/main" id="{253F2EC5-35EF-3B80-7622-A5FDC4048E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10687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1" name="Oval 2344">
                <a:extLst>
                  <a:ext uri="{FF2B5EF4-FFF2-40B4-BE49-F238E27FC236}">
                    <a16:creationId xmlns:a16="http://schemas.microsoft.com/office/drawing/2014/main" id="{422E8128-32EE-8315-1980-BA633EE557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67850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2" name="Oval 2345">
                <a:extLst>
                  <a:ext uri="{FF2B5EF4-FFF2-40B4-BE49-F238E27FC236}">
                    <a16:creationId xmlns:a16="http://schemas.microsoft.com/office/drawing/2014/main" id="{03952546-67C1-D7A6-E4BC-9ECE4713A8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3425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3" name="Oval 2346">
                <a:extLst>
                  <a:ext uri="{FF2B5EF4-FFF2-40B4-BE49-F238E27FC236}">
                    <a16:creationId xmlns:a16="http://schemas.microsoft.com/office/drawing/2014/main" id="{E647A81B-8B5F-A897-D9F2-B7348AE19F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77412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4" name="Oval 2347">
                <a:extLst>
                  <a:ext uri="{FF2B5EF4-FFF2-40B4-BE49-F238E27FC236}">
                    <a16:creationId xmlns:a16="http://schemas.microsoft.com/office/drawing/2014/main" id="{5633C20C-A42B-F1EA-0822-ECF90438BA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1400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5" name="Oval 2348">
                <a:extLst>
                  <a:ext uri="{FF2B5EF4-FFF2-40B4-BE49-F238E27FC236}">
                    <a16:creationId xmlns:a16="http://schemas.microsoft.com/office/drawing/2014/main" id="{413407F2-9FC2-B2B6-2C9B-BE132E7414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8562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6" name="Oval 2349">
                <a:extLst>
                  <a:ext uri="{FF2B5EF4-FFF2-40B4-BE49-F238E27FC236}">
                    <a16:creationId xmlns:a16="http://schemas.microsoft.com/office/drawing/2014/main" id="{B74818FA-F5CD-C65F-F646-85636C17AF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42550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7" name="Oval 2350">
                <a:extLst>
                  <a:ext uri="{FF2B5EF4-FFF2-40B4-BE49-F238E27FC236}">
                    <a16:creationId xmlns:a16="http://schemas.microsoft.com/office/drawing/2014/main" id="{5BB6A783-5A82-23BF-410C-2FA706C70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98125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8" name="Oval 2351">
                <a:extLst>
                  <a:ext uri="{FF2B5EF4-FFF2-40B4-BE49-F238E27FC236}">
                    <a16:creationId xmlns:a16="http://schemas.microsoft.com/office/drawing/2014/main" id="{AEFBE140-08CE-4984-9A04-01FB66DEA3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52112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9" name="Oval 2352">
                <a:extLst>
                  <a:ext uri="{FF2B5EF4-FFF2-40B4-BE49-F238E27FC236}">
                    <a16:creationId xmlns:a16="http://schemas.microsoft.com/office/drawing/2014/main" id="{6DE1004A-2323-5FBE-9A01-BDFBFB1E74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09275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40" name="Oval 2353">
                <a:extLst>
                  <a:ext uri="{FF2B5EF4-FFF2-40B4-BE49-F238E27FC236}">
                    <a16:creationId xmlns:a16="http://schemas.microsoft.com/office/drawing/2014/main" id="{2B6C1AD4-AC56-711B-E39F-0CA48B68DD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63262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41" name="Oval 2354">
                <a:extLst>
                  <a:ext uri="{FF2B5EF4-FFF2-40B4-BE49-F238E27FC236}">
                    <a16:creationId xmlns:a16="http://schemas.microsoft.com/office/drawing/2014/main" id="{FAD8C3D8-4091-11EA-5CA8-5C5049027F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17250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42" name="Oval 2355">
                <a:extLst>
                  <a:ext uri="{FF2B5EF4-FFF2-40B4-BE49-F238E27FC236}">
                    <a16:creationId xmlns:a16="http://schemas.microsoft.com/office/drawing/2014/main" id="{81F68327-40E2-4FD7-02E8-161EE4DC47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2825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43" name="Oval 2356">
                <a:extLst>
                  <a:ext uri="{FF2B5EF4-FFF2-40B4-BE49-F238E27FC236}">
                    <a16:creationId xmlns:a16="http://schemas.microsoft.com/office/drawing/2014/main" id="{D49A1A0D-1CC7-DB21-27CB-28855476D0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29987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44" name="Oval 2357">
                <a:extLst>
                  <a:ext uri="{FF2B5EF4-FFF2-40B4-BE49-F238E27FC236}">
                    <a16:creationId xmlns:a16="http://schemas.microsoft.com/office/drawing/2014/main" id="{244C3514-36B6-04B2-195D-5933BF9900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83975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45" name="Oval 2358">
                <a:extLst>
                  <a:ext uri="{FF2B5EF4-FFF2-40B4-BE49-F238E27FC236}">
                    <a16:creationId xmlns:a16="http://schemas.microsoft.com/office/drawing/2014/main" id="{97B1158B-7513-7543-11A9-351C3637EC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7962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46" name="Oval 2359">
                <a:extLst>
                  <a:ext uri="{FF2B5EF4-FFF2-40B4-BE49-F238E27FC236}">
                    <a16:creationId xmlns:a16="http://schemas.microsoft.com/office/drawing/2014/main" id="{B9783275-8AEE-14D6-73C3-E10A832A3C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91950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47" name="Oval 2360">
                <a:extLst>
                  <a:ext uri="{FF2B5EF4-FFF2-40B4-BE49-F238E27FC236}">
                    <a16:creationId xmlns:a16="http://schemas.microsoft.com/office/drawing/2014/main" id="{70C68F49-A8BB-63AE-E4D5-B911252DFF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50700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48" name="Oval 2361">
                <a:extLst>
                  <a:ext uri="{FF2B5EF4-FFF2-40B4-BE49-F238E27FC236}">
                    <a16:creationId xmlns:a16="http://schemas.microsoft.com/office/drawing/2014/main" id="{1EC19B7D-0108-5BAD-E989-07C9F5401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04687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49" name="Freeform 2362">
                <a:extLst>
                  <a:ext uri="{FF2B5EF4-FFF2-40B4-BE49-F238E27FC236}">
                    <a16:creationId xmlns:a16="http://schemas.microsoft.com/office/drawing/2014/main" id="{2C9FB16B-F2F1-82C0-784F-9815CEEF85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58675" y="4525964"/>
                <a:ext cx="3175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  <a:gd name="T3" fmla="*/ 0 w 1"/>
                  <a:gd name="T4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50" name="Oval 2363">
                <a:extLst>
                  <a:ext uri="{FF2B5EF4-FFF2-40B4-BE49-F238E27FC236}">
                    <a16:creationId xmlns:a16="http://schemas.microsoft.com/office/drawing/2014/main" id="{8EDD9FD0-FBCF-D1DD-701C-C2DA61E59D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12662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51" name="Oval 2364">
                <a:extLst>
                  <a:ext uri="{FF2B5EF4-FFF2-40B4-BE49-F238E27FC236}">
                    <a16:creationId xmlns:a16="http://schemas.microsoft.com/office/drawing/2014/main" id="{B5EFFDB6-9E8C-C20E-A8D4-3555BA5F30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9825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52" name="Oval 2365">
                <a:extLst>
                  <a:ext uri="{FF2B5EF4-FFF2-40B4-BE49-F238E27FC236}">
                    <a16:creationId xmlns:a16="http://schemas.microsoft.com/office/drawing/2014/main" id="{14F5B4A7-98C5-9826-93A5-6B73755264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25400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53" name="Oval 2366">
                <a:extLst>
                  <a:ext uri="{FF2B5EF4-FFF2-40B4-BE49-F238E27FC236}">
                    <a16:creationId xmlns:a16="http://schemas.microsoft.com/office/drawing/2014/main" id="{09B1A9A7-E60F-0061-A089-2BF1B1EBA9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9387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54" name="Oval 2367">
                <a:extLst>
                  <a:ext uri="{FF2B5EF4-FFF2-40B4-BE49-F238E27FC236}">
                    <a16:creationId xmlns:a16="http://schemas.microsoft.com/office/drawing/2014/main" id="{95909259-458C-AA58-EBBF-CDAADF197E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33375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55" name="Oval 2368">
                <a:extLst>
                  <a:ext uri="{FF2B5EF4-FFF2-40B4-BE49-F238E27FC236}">
                    <a16:creationId xmlns:a16="http://schemas.microsoft.com/office/drawing/2014/main" id="{4C774D57-293C-5442-0BE2-C65CA07B1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90537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56" name="Oval 2369">
                <a:extLst>
                  <a:ext uri="{FF2B5EF4-FFF2-40B4-BE49-F238E27FC236}">
                    <a16:creationId xmlns:a16="http://schemas.microsoft.com/office/drawing/2014/main" id="{1E0391E6-3B7B-6339-F4FD-2C1D87537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44525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57" name="Oval 2370">
                <a:extLst>
                  <a:ext uri="{FF2B5EF4-FFF2-40B4-BE49-F238E27FC236}">
                    <a16:creationId xmlns:a16="http://schemas.microsoft.com/office/drawing/2014/main" id="{7EAE7B84-536E-658B-4DA0-F1B154817F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00100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58" name="Oval 2371">
                <a:extLst>
                  <a:ext uri="{FF2B5EF4-FFF2-40B4-BE49-F238E27FC236}">
                    <a16:creationId xmlns:a16="http://schemas.microsoft.com/office/drawing/2014/main" id="{8854E014-A899-81B3-C7AB-BAA4B3627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4087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59" name="Oval 2372">
                <a:extLst>
                  <a:ext uri="{FF2B5EF4-FFF2-40B4-BE49-F238E27FC236}">
                    <a16:creationId xmlns:a16="http://schemas.microsoft.com/office/drawing/2014/main" id="{94E40DB8-5ADD-86A0-0A81-12EDA73D36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11250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60" name="Oval 2373">
                <a:extLst>
                  <a:ext uri="{FF2B5EF4-FFF2-40B4-BE49-F238E27FC236}">
                    <a16:creationId xmlns:a16="http://schemas.microsoft.com/office/drawing/2014/main" id="{2F179119-7A95-ACA3-EF30-C2DE4A56C4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65237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61" name="Freeform 2409">
                <a:extLst>
                  <a:ext uri="{FF2B5EF4-FFF2-40B4-BE49-F238E27FC236}">
                    <a16:creationId xmlns:a16="http://schemas.microsoft.com/office/drawing/2014/main" id="{1B1F2D79-622D-823C-9028-7051620B56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70850" y="4679951"/>
                <a:ext cx="3175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  <a:gd name="T3" fmla="*/ 0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62" name="Freeform 2410">
                <a:extLst>
                  <a:ext uri="{FF2B5EF4-FFF2-40B4-BE49-F238E27FC236}">
                    <a16:creationId xmlns:a16="http://schemas.microsoft.com/office/drawing/2014/main" id="{3F9748ED-39D6-08FF-6348-9BFA0A679B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28012" y="467995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63" name="Freeform 2411">
                <a:extLst>
                  <a:ext uri="{FF2B5EF4-FFF2-40B4-BE49-F238E27FC236}">
                    <a16:creationId xmlns:a16="http://schemas.microsoft.com/office/drawing/2014/main" id="{881447B7-5008-4F03-1A4C-0EDF540B6D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82000" y="4679951"/>
                <a:ext cx="0" cy="3175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0 h 1"/>
                  <a:gd name="T4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64" name="Oval 2412">
                <a:extLst>
                  <a:ext uri="{FF2B5EF4-FFF2-40B4-BE49-F238E27FC236}">
                    <a16:creationId xmlns:a16="http://schemas.microsoft.com/office/drawing/2014/main" id="{E3C963F0-0516-7C24-020A-6245DC1DD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35987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65" name="Oval 2413">
                <a:extLst>
                  <a:ext uri="{FF2B5EF4-FFF2-40B4-BE49-F238E27FC236}">
                    <a16:creationId xmlns:a16="http://schemas.microsoft.com/office/drawing/2014/main" id="{B73BA9EB-BA61-2133-2ABF-432D4539D9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91562" y="46799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66" name="Oval 2414">
                <a:extLst>
                  <a:ext uri="{FF2B5EF4-FFF2-40B4-BE49-F238E27FC236}">
                    <a16:creationId xmlns:a16="http://schemas.microsoft.com/office/drawing/2014/main" id="{D38D7AFC-3346-EE9B-C037-E681E8F729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5550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67" name="Oval 2415">
                <a:extLst>
                  <a:ext uri="{FF2B5EF4-FFF2-40B4-BE49-F238E27FC236}">
                    <a16:creationId xmlns:a16="http://schemas.microsoft.com/office/drawing/2014/main" id="{E1CE6E27-B081-417F-65E8-EC82DADE98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02712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68" name="Oval 2417">
                <a:extLst>
                  <a:ext uri="{FF2B5EF4-FFF2-40B4-BE49-F238E27FC236}">
                    <a16:creationId xmlns:a16="http://schemas.microsoft.com/office/drawing/2014/main" id="{3DD67267-A024-0C39-BD74-51F293190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6700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69" name="Oval 2418">
                <a:extLst>
                  <a:ext uri="{FF2B5EF4-FFF2-40B4-BE49-F238E27FC236}">
                    <a16:creationId xmlns:a16="http://schemas.microsoft.com/office/drawing/2014/main" id="{7B92F702-2359-F480-3A9B-5869B3704B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10687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70" name="Oval 2419">
                <a:extLst>
                  <a:ext uri="{FF2B5EF4-FFF2-40B4-BE49-F238E27FC236}">
                    <a16:creationId xmlns:a16="http://schemas.microsoft.com/office/drawing/2014/main" id="{448B82E0-E1A6-9696-7EE5-C689167E62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66262" y="46799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71" name="Oval 2420">
                <a:extLst>
                  <a:ext uri="{FF2B5EF4-FFF2-40B4-BE49-F238E27FC236}">
                    <a16:creationId xmlns:a16="http://schemas.microsoft.com/office/drawing/2014/main" id="{02ABBBF4-95AE-E7B3-722B-9C68099160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3425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72" name="Oval 2421">
                <a:extLst>
                  <a:ext uri="{FF2B5EF4-FFF2-40B4-BE49-F238E27FC236}">
                    <a16:creationId xmlns:a16="http://schemas.microsoft.com/office/drawing/2014/main" id="{D37FC60D-25AD-087D-ECCD-0E9F529F86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77412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73" name="Oval 2422">
                <a:extLst>
                  <a:ext uri="{FF2B5EF4-FFF2-40B4-BE49-F238E27FC236}">
                    <a16:creationId xmlns:a16="http://schemas.microsoft.com/office/drawing/2014/main" id="{CDA17607-871A-3D50-FD83-DCF0E02DA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1400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74" name="Oval 2423">
                <a:extLst>
                  <a:ext uri="{FF2B5EF4-FFF2-40B4-BE49-F238E27FC236}">
                    <a16:creationId xmlns:a16="http://schemas.microsoft.com/office/drawing/2014/main" id="{0CA54AFF-5055-58F9-E936-38A9795641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5387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75" name="Oval 2424">
                <a:extLst>
                  <a:ext uri="{FF2B5EF4-FFF2-40B4-BE49-F238E27FC236}">
                    <a16:creationId xmlns:a16="http://schemas.microsoft.com/office/drawing/2014/main" id="{120E91E7-843E-24A5-081D-8B8B418E32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42550" y="46799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76" name="Oval 2425">
                <a:extLst>
                  <a:ext uri="{FF2B5EF4-FFF2-40B4-BE49-F238E27FC236}">
                    <a16:creationId xmlns:a16="http://schemas.microsoft.com/office/drawing/2014/main" id="{2A863431-DDB3-ED81-A416-9D359ADBFB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98125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77" name="Oval 2426">
                <a:extLst>
                  <a:ext uri="{FF2B5EF4-FFF2-40B4-BE49-F238E27FC236}">
                    <a16:creationId xmlns:a16="http://schemas.microsoft.com/office/drawing/2014/main" id="{94C88B05-AA2B-E82E-0E63-B7A218DAA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52112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78" name="Oval 2427">
                <a:extLst>
                  <a:ext uri="{FF2B5EF4-FFF2-40B4-BE49-F238E27FC236}">
                    <a16:creationId xmlns:a16="http://schemas.microsoft.com/office/drawing/2014/main" id="{C9723344-3049-B76D-9E07-8698649A5D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06100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79" name="Oval 2428">
                <a:extLst>
                  <a:ext uri="{FF2B5EF4-FFF2-40B4-BE49-F238E27FC236}">
                    <a16:creationId xmlns:a16="http://schemas.microsoft.com/office/drawing/2014/main" id="{969A021E-BBA7-3336-0104-9B4A299201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63262" y="46799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80" name="Freeform 2429">
                <a:extLst>
                  <a:ext uri="{FF2B5EF4-FFF2-40B4-BE49-F238E27FC236}">
                    <a16:creationId xmlns:a16="http://schemas.microsoft.com/office/drawing/2014/main" id="{24F8D05C-BCD7-9BA8-6D29-94D9B26D3C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17250" y="4679951"/>
                <a:ext cx="3175" cy="3175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0 h 1"/>
                  <a:gd name="T6" fmla="*/ 0 w 1"/>
                  <a:gd name="T7" fmla="*/ 0 h 1"/>
                  <a:gd name="T8" fmla="*/ 0 w 1"/>
                  <a:gd name="T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81" name="Oval 2430">
                <a:extLst>
                  <a:ext uri="{FF2B5EF4-FFF2-40B4-BE49-F238E27FC236}">
                    <a16:creationId xmlns:a16="http://schemas.microsoft.com/office/drawing/2014/main" id="{93FCBB75-5ACB-6A86-B5D9-1351F305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2825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82" name="Oval 2431">
                <a:extLst>
                  <a:ext uri="{FF2B5EF4-FFF2-40B4-BE49-F238E27FC236}">
                    <a16:creationId xmlns:a16="http://schemas.microsoft.com/office/drawing/2014/main" id="{F30FBFB1-8B76-590C-CD3F-8C7157EBA6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26812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83" name="Oval 2432">
                <a:extLst>
                  <a:ext uri="{FF2B5EF4-FFF2-40B4-BE49-F238E27FC236}">
                    <a16:creationId xmlns:a16="http://schemas.microsoft.com/office/drawing/2014/main" id="{AE9317C4-582B-573B-6D99-1360707D02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80800" y="4679951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84" name="Oval 2433">
                <a:extLst>
                  <a:ext uri="{FF2B5EF4-FFF2-40B4-BE49-F238E27FC236}">
                    <a16:creationId xmlns:a16="http://schemas.microsoft.com/office/drawing/2014/main" id="{2CE30AA8-3244-9AF2-7DD0-10083484C1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7962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85" name="Oval 2434">
                <a:extLst>
                  <a:ext uri="{FF2B5EF4-FFF2-40B4-BE49-F238E27FC236}">
                    <a16:creationId xmlns:a16="http://schemas.microsoft.com/office/drawing/2014/main" id="{93E5C8D2-0D06-F26A-D630-5749A1D47A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91950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86" name="Oval 2435">
                <a:extLst>
                  <a:ext uri="{FF2B5EF4-FFF2-40B4-BE49-F238E27FC236}">
                    <a16:creationId xmlns:a16="http://schemas.microsoft.com/office/drawing/2014/main" id="{DDEC2E11-16EB-9BC4-854C-945715F2E1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47525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87" name="Oval 2436">
                <a:extLst>
                  <a:ext uri="{FF2B5EF4-FFF2-40B4-BE49-F238E27FC236}">
                    <a16:creationId xmlns:a16="http://schemas.microsoft.com/office/drawing/2014/main" id="{2EA80953-407C-DC82-300D-81E035091E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04687" y="46799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88" name="Oval 2437">
                <a:extLst>
                  <a:ext uri="{FF2B5EF4-FFF2-40B4-BE49-F238E27FC236}">
                    <a16:creationId xmlns:a16="http://schemas.microsoft.com/office/drawing/2014/main" id="{46107D8C-05B6-6483-692E-CC29DE4C9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58675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89" name="Oval 2438">
                <a:extLst>
                  <a:ext uri="{FF2B5EF4-FFF2-40B4-BE49-F238E27FC236}">
                    <a16:creationId xmlns:a16="http://schemas.microsoft.com/office/drawing/2014/main" id="{403238AB-4464-56E2-A3F8-13AF74A322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12662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90" name="Oval 2439">
                <a:extLst>
                  <a:ext uri="{FF2B5EF4-FFF2-40B4-BE49-F238E27FC236}">
                    <a16:creationId xmlns:a16="http://schemas.microsoft.com/office/drawing/2014/main" id="{A09B307D-6FA0-1E74-17CE-D7268BEF7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9825" y="46799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91" name="Oval 2440">
                <a:extLst>
                  <a:ext uri="{FF2B5EF4-FFF2-40B4-BE49-F238E27FC236}">
                    <a16:creationId xmlns:a16="http://schemas.microsoft.com/office/drawing/2014/main" id="{55D8C286-9D48-56E3-309A-D4538657B8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25400" y="46799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92" name="Oval 2441">
                <a:extLst>
                  <a:ext uri="{FF2B5EF4-FFF2-40B4-BE49-F238E27FC236}">
                    <a16:creationId xmlns:a16="http://schemas.microsoft.com/office/drawing/2014/main" id="{8F116CE4-5689-BCF4-8B35-61F0F458D8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9387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93" name="Freeform 2442">
                <a:extLst>
                  <a:ext uri="{FF2B5EF4-FFF2-40B4-BE49-F238E27FC236}">
                    <a16:creationId xmlns:a16="http://schemas.microsoft.com/office/drawing/2014/main" id="{EEC0139B-2D83-3556-83CD-734F5A5282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33375" y="4679951"/>
                <a:ext cx="3175" cy="3175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1 w 1"/>
                  <a:gd name="T5" fmla="*/ 0 h 1"/>
                  <a:gd name="T6" fmla="*/ 0 w 1"/>
                  <a:gd name="T7" fmla="*/ 0 h 1"/>
                  <a:gd name="T8" fmla="*/ 1 w 1"/>
                  <a:gd name="T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94" name="Freeform 2443">
                <a:extLst>
                  <a:ext uri="{FF2B5EF4-FFF2-40B4-BE49-F238E27FC236}">
                    <a16:creationId xmlns:a16="http://schemas.microsoft.com/office/drawing/2014/main" id="{F9712042-328E-94E0-E20E-95DD68228F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87362" y="4679951"/>
                <a:ext cx="3175" cy="3175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1 w 1"/>
                  <a:gd name="T5" fmla="*/ 0 h 1"/>
                  <a:gd name="T6" fmla="*/ 0 w 1"/>
                  <a:gd name="T7" fmla="*/ 0 h 1"/>
                  <a:gd name="T8" fmla="*/ 1 w 1"/>
                  <a:gd name="T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95" name="Freeform 2444">
                <a:extLst>
                  <a:ext uri="{FF2B5EF4-FFF2-40B4-BE49-F238E27FC236}">
                    <a16:creationId xmlns:a16="http://schemas.microsoft.com/office/drawing/2014/main" id="{F17AB948-9F7B-4F91-3B1F-8D04958768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44525" y="4679951"/>
                <a:ext cx="0" cy="3175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0 h 1"/>
                  <a:gd name="T4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96" name="Freeform 2445">
                <a:extLst>
                  <a:ext uri="{FF2B5EF4-FFF2-40B4-BE49-F238E27FC236}">
                    <a16:creationId xmlns:a16="http://schemas.microsoft.com/office/drawing/2014/main" id="{A9C0F05C-CFB5-3F46-8371-B3A13937EE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00100" y="4679951"/>
                <a:ext cx="1588" cy="3175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0 h 1"/>
                  <a:gd name="T6" fmla="*/ 0 w 1"/>
                  <a:gd name="T7" fmla="*/ 0 h 1"/>
                  <a:gd name="T8" fmla="*/ 0 w 1"/>
                  <a:gd name="T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97" name="Oval 2446">
                <a:extLst>
                  <a:ext uri="{FF2B5EF4-FFF2-40B4-BE49-F238E27FC236}">
                    <a16:creationId xmlns:a16="http://schemas.microsoft.com/office/drawing/2014/main" id="{C517D6E2-4187-DCF3-8080-34F2362CAB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4087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98" name="Freeform 2447">
                <a:extLst>
                  <a:ext uri="{FF2B5EF4-FFF2-40B4-BE49-F238E27FC236}">
                    <a16:creationId xmlns:a16="http://schemas.microsoft.com/office/drawing/2014/main" id="{9AEBEC67-F20F-C775-A36D-BD8550BEE5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11250" y="467995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99" name="Freeform 2448">
                <a:extLst>
                  <a:ext uri="{FF2B5EF4-FFF2-40B4-BE49-F238E27FC236}">
                    <a16:creationId xmlns:a16="http://schemas.microsoft.com/office/drawing/2014/main" id="{0EEBC0D8-6AC4-11C7-CE28-F4B70709C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65237" y="467995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00" name="Freeform 2484">
                <a:extLst>
                  <a:ext uri="{FF2B5EF4-FFF2-40B4-BE49-F238E27FC236}">
                    <a16:creationId xmlns:a16="http://schemas.microsoft.com/office/drawing/2014/main" id="{5601ABEC-FA52-E0CB-2811-0450A95406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70850" y="4835526"/>
                <a:ext cx="3175" cy="3175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1 h 1"/>
                  <a:gd name="T4" fmla="*/ 1 w 1"/>
                  <a:gd name="T5" fmla="*/ 0 h 1"/>
                  <a:gd name="T6" fmla="*/ 0 w 1"/>
                  <a:gd name="T7" fmla="*/ 1 h 1"/>
                  <a:gd name="T8" fmla="*/ 1 w 1"/>
                  <a:gd name="T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01" name="Freeform 2485">
                <a:extLst>
                  <a:ext uri="{FF2B5EF4-FFF2-40B4-BE49-F238E27FC236}">
                    <a16:creationId xmlns:a16="http://schemas.microsoft.com/office/drawing/2014/main" id="{85A4D51A-0AE0-A2C5-42BA-7E823B9D63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28012" y="4835526"/>
                <a:ext cx="0" cy="3175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02" name="Oval 2486">
                <a:extLst>
                  <a:ext uri="{FF2B5EF4-FFF2-40B4-BE49-F238E27FC236}">
                    <a16:creationId xmlns:a16="http://schemas.microsoft.com/office/drawing/2014/main" id="{C22C0153-6CA6-7FB1-09DE-94573FA0DE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2000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03" name="Oval 2487">
                <a:extLst>
                  <a:ext uri="{FF2B5EF4-FFF2-40B4-BE49-F238E27FC236}">
                    <a16:creationId xmlns:a16="http://schemas.microsoft.com/office/drawing/2014/main" id="{01F93B0C-15D5-E330-8537-1B05EE3CA2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35987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04" name="Oval 2488">
                <a:extLst>
                  <a:ext uri="{FF2B5EF4-FFF2-40B4-BE49-F238E27FC236}">
                    <a16:creationId xmlns:a16="http://schemas.microsoft.com/office/drawing/2014/main" id="{F1DC3F4E-85FD-ADD8-E2E3-89476F22F5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91562" y="4835526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05" name="Oval 2489">
                <a:extLst>
                  <a:ext uri="{FF2B5EF4-FFF2-40B4-BE49-F238E27FC236}">
                    <a16:creationId xmlns:a16="http://schemas.microsoft.com/office/drawing/2014/main" id="{089D0706-BC58-86F0-F527-73D309B188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5550" y="4832351"/>
                <a:ext cx="6350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06" name="Oval 2490">
                <a:extLst>
                  <a:ext uri="{FF2B5EF4-FFF2-40B4-BE49-F238E27FC236}">
                    <a16:creationId xmlns:a16="http://schemas.microsoft.com/office/drawing/2014/main" id="{452473DC-8292-51CD-8FE5-451D853436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9537" y="4832351"/>
                <a:ext cx="6350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07" name="Oval 2491">
                <a:extLst>
                  <a:ext uri="{FF2B5EF4-FFF2-40B4-BE49-F238E27FC236}">
                    <a16:creationId xmlns:a16="http://schemas.microsoft.com/office/drawing/2014/main" id="{33512BCD-67D4-0DA0-3288-CD7631C8FE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3525" y="4832351"/>
                <a:ext cx="9525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08" name="Oval 2492">
                <a:extLst>
                  <a:ext uri="{FF2B5EF4-FFF2-40B4-BE49-F238E27FC236}">
                    <a16:creationId xmlns:a16="http://schemas.microsoft.com/office/drawing/2014/main" id="{C2C539DC-CD9E-4F29-A762-1C297FFD80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7512" y="4832351"/>
                <a:ext cx="9525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09" name="Oval 2493">
                <a:extLst>
                  <a:ext uri="{FF2B5EF4-FFF2-40B4-BE49-F238E27FC236}">
                    <a16:creationId xmlns:a16="http://schemas.microsoft.com/office/drawing/2014/main" id="{56C2AC74-93A4-4AAF-8D02-31EAEB3293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66262" y="4832351"/>
                <a:ext cx="4763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10" name="Oval 2494">
                <a:extLst>
                  <a:ext uri="{FF2B5EF4-FFF2-40B4-BE49-F238E27FC236}">
                    <a16:creationId xmlns:a16="http://schemas.microsoft.com/office/drawing/2014/main" id="{9F1A1F66-0472-0C28-342C-C7D79E3588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0250" y="4832351"/>
                <a:ext cx="6350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11" name="Oval 2495">
                <a:extLst>
                  <a:ext uri="{FF2B5EF4-FFF2-40B4-BE49-F238E27FC236}">
                    <a16:creationId xmlns:a16="http://schemas.microsoft.com/office/drawing/2014/main" id="{4B0C2292-1CDF-B6B2-3D64-83DE31EA6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74237" y="4832351"/>
                <a:ext cx="6350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12" name="Oval 2496">
                <a:extLst>
                  <a:ext uri="{FF2B5EF4-FFF2-40B4-BE49-F238E27FC236}">
                    <a16:creationId xmlns:a16="http://schemas.microsoft.com/office/drawing/2014/main" id="{B377CB0C-6B27-155E-D9B4-98DB0EBEDF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28225" y="4832351"/>
                <a:ext cx="9525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13" name="Oval 2497">
                <a:extLst>
                  <a:ext uri="{FF2B5EF4-FFF2-40B4-BE49-F238E27FC236}">
                    <a16:creationId xmlns:a16="http://schemas.microsoft.com/office/drawing/2014/main" id="{EE267052-7847-EB67-2130-A718E7FEC7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5387" y="4835526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14" name="Oval 2498">
                <a:extLst>
                  <a:ext uri="{FF2B5EF4-FFF2-40B4-BE49-F238E27FC236}">
                    <a16:creationId xmlns:a16="http://schemas.microsoft.com/office/drawing/2014/main" id="{5A68E3C5-6042-3085-EBB9-3A884F71D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40962" y="4835526"/>
                <a:ext cx="4763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15" name="Oval 2499">
                <a:extLst>
                  <a:ext uri="{FF2B5EF4-FFF2-40B4-BE49-F238E27FC236}">
                    <a16:creationId xmlns:a16="http://schemas.microsoft.com/office/drawing/2014/main" id="{8A933C22-747B-BC04-A822-DA2975F8F0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94950" y="4835526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16" name="Oval 2500">
                <a:extLst>
                  <a:ext uri="{FF2B5EF4-FFF2-40B4-BE49-F238E27FC236}">
                    <a16:creationId xmlns:a16="http://schemas.microsoft.com/office/drawing/2014/main" id="{71EF65A2-B3D3-9F1F-AD64-0D97C684E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52112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17" name="Oval 2501">
                <a:extLst>
                  <a:ext uri="{FF2B5EF4-FFF2-40B4-BE49-F238E27FC236}">
                    <a16:creationId xmlns:a16="http://schemas.microsoft.com/office/drawing/2014/main" id="{BCC911D6-02A2-D823-3143-211F7479A8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06100" y="4835526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18" name="Oval 2502">
                <a:extLst>
                  <a:ext uri="{FF2B5EF4-FFF2-40B4-BE49-F238E27FC236}">
                    <a16:creationId xmlns:a16="http://schemas.microsoft.com/office/drawing/2014/main" id="{68688398-B595-7445-7604-073D94B057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60087" y="4835526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19" name="Oval 2503">
                <a:extLst>
                  <a:ext uri="{FF2B5EF4-FFF2-40B4-BE49-F238E27FC236}">
                    <a16:creationId xmlns:a16="http://schemas.microsoft.com/office/drawing/2014/main" id="{6811F184-36A2-981F-D4B8-558E0A8BA5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17250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20" name="Oval 2504">
                <a:extLst>
                  <a:ext uri="{FF2B5EF4-FFF2-40B4-BE49-F238E27FC236}">
                    <a16:creationId xmlns:a16="http://schemas.microsoft.com/office/drawing/2014/main" id="{349270A6-5DAE-5889-1B1A-7EDEA0C584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2825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21" name="Oval 2505">
                <a:extLst>
                  <a:ext uri="{FF2B5EF4-FFF2-40B4-BE49-F238E27FC236}">
                    <a16:creationId xmlns:a16="http://schemas.microsoft.com/office/drawing/2014/main" id="{AB2E68EA-5A7C-74CB-F4BB-3893D5327D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26812" y="4835526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22" name="Oval 2506">
                <a:extLst>
                  <a:ext uri="{FF2B5EF4-FFF2-40B4-BE49-F238E27FC236}">
                    <a16:creationId xmlns:a16="http://schemas.microsoft.com/office/drawing/2014/main" id="{4C88275F-C20A-657D-399B-533E40147F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80800" y="4835526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23" name="Oval 2507">
                <a:extLst>
                  <a:ext uri="{FF2B5EF4-FFF2-40B4-BE49-F238E27FC236}">
                    <a16:creationId xmlns:a16="http://schemas.microsoft.com/office/drawing/2014/main" id="{B4687039-2CD9-F0EA-BF2B-29C2E95D6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7962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24" name="Oval 2508">
                <a:extLst>
                  <a:ext uri="{FF2B5EF4-FFF2-40B4-BE49-F238E27FC236}">
                    <a16:creationId xmlns:a16="http://schemas.microsoft.com/office/drawing/2014/main" id="{E2D9AD58-D5C8-3388-5851-15AFA7264D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91950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25" name="Oval 2509">
                <a:extLst>
                  <a:ext uri="{FF2B5EF4-FFF2-40B4-BE49-F238E27FC236}">
                    <a16:creationId xmlns:a16="http://schemas.microsoft.com/office/drawing/2014/main" id="{01CEA2BB-4511-6F62-C16C-7D23794BB5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47525" y="4835526"/>
                <a:ext cx="4763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26" name="Oval 2510">
                <a:extLst>
                  <a:ext uri="{FF2B5EF4-FFF2-40B4-BE49-F238E27FC236}">
                    <a16:creationId xmlns:a16="http://schemas.microsoft.com/office/drawing/2014/main" id="{4D681A8E-9ADC-79AF-0486-D8F741511C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01512" y="4835526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27" name="Oval 2511">
                <a:extLst>
                  <a:ext uri="{FF2B5EF4-FFF2-40B4-BE49-F238E27FC236}">
                    <a16:creationId xmlns:a16="http://schemas.microsoft.com/office/drawing/2014/main" id="{D462DFDA-772C-7568-12A8-97EC993779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58675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28" name="Oval 2512">
                <a:extLst>
                  <a:ext uri="{FF2B5EF4-FFF2-40B4-BE49-F238E27FC236}">
                    <a16:creationId xmlns:a16="http://schemas.microsoft.com/office/drawing/2014/main" id="{40E33A73-1B38-9AC4-6DEB-43C4B124B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12662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29" name="Oval 2513">
                <a:extLst>
                  <a:ext uri="{FF2B5EF4-FFF2-40B4-BE49-F238E27FC236}">
                    <a16:creationId xmlns:a16="http://schemas.microsoft.com/office/drawing/2014/main" id="{5BE49259-AF2B-B463-F9AE-89785635A9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6650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30" name="Oval 2514">
                <a:extLst>
                  <a:ext uri="{FF2B5EF4-FFF2-40B4-BE49-F238E27FC236}">
                    <a16:creationId xmlns:a16="http://schemas.microsoft.com/office/drawing/2014/main" id="{ADE96B6D-05AC-41B5-7657-81C7C8C080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25400" y="4835526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31" name="Oval 2515">
                <a:extLst>
                  <a:ext uri="{FF2B5EF4-FFF2-40B4-BE49-F238E27FC236}">
                    <a16:creationId xmlns:a16="http://schemas.microsoft.com/office/drawing/2014/main" id="{5BF2ECE8-C2D1-B92F-1832-564481CD90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9387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32" name="Oval 2516">
                <a:extLst>
                  <a:ext uri="{FF2B5EF4-FFF2-40B4-BE49-F238E27FC236}">
                    <a16:creationId xmlns:a16="http://schemas.microsoft.com/office/drawing/2014/main" id="{A940A8F3-E5EB-ECE6-8BD1-E411747DB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33375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33" name="Oval 2517">
                <a:extLst>
                  <a:ext uri="{FF2B5EF4-FFF2-40B4-BE49-F238E27FC236}">
                    <a16:creationId xmlns:a16="http://schemas.microsoft.com/office/drawing/2014/main" id="{794926DB-D6A8-3D75-5E93-60BF46D349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7362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34" name="Freeform 2518">
                <a:extLst>
                  <a:ext uri="{FF2B5EF4-FFF2-40B4-BE49-F238E27FC236}">
                    <a16:creationId xmlns:a16="http://schemas.microsoft.com/office/drawing/2014/main" id="{6CADD8B7-E8B3-5B9E-CD62-628055AA43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44525" y="4835526"/>
                <a:ext cx="0" cy="3175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35" name="Freeform 2519">
                <a:extLst>
                  <a:ext uri="{FF2B5EF4-FFF2-40B4-BE49-F238E27FC236}">
                    <a16:creationId xmlns:a16="http://schemas.microsoft.com/office/drawing/2014/main" id="{531C2C17-4643-C28B-2B03-B4EDCB1F1A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00100" y="4835526"/>
                <a:ext cx="1588" cy="3175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1 h 1"/>
                  <a:gd name="T4" fmla="*/ 0 w 1"/>
                  <a:gd name="T5" fmla="*/ 0 h 1"/>
                  <a:gd name="T6" fmla="*/ 0 w 1"/>
                  <a:gd name="T7" fmla="*/ 1 h 1"/>
                  <a:gd name="T8" fmla="*/ 0 w 1"/>
                  <a:gd name="T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36" name="Oval 2520">
                <a:extLst>
                  <a:ext uri="{FF2B5EF4-FFF2-40B4-BE49-F238E27FC236}">
                    <a16:creationId xmlns:a16="http://schemas.microsoft.com/office/drawing/2014/main" id="{194E3F80-1DAA-F3DB-9BEC-B693B8A08D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4087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37" name="Freeform 2521">
                <a:extLst>
                  <a:ext uri="{FF2B5EF4-FFF2-40B4-BE49-F238E27FC236}">
                    <a16:creationId xmlns:a16="http://schemas.microsoft.com/office/drawing/2014/main" id="{BF8B09AC-57AB-D084-C23F-07B65E936B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11250" y="4835526"/>
                <a:ext cx="0" cy="3175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38" name="Freeform 2522">
                <a:extLst>
                  <a:ext uri="{FF2B5EF4-FFF2-40B4-BE49-F238E27FC236}">
                    <a16:creationId xmlns:a16="http://schemas.microsoft.com/office/drawing/2014/main" id="{C28D921D-3B77-5630-D27A-8D83634567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65237" y="4835526"/>
                <a:ext cx="0" cy="3175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39" name="Freeform 2558">
                <a:extLst>
                  <a:ext uri="{FF2B5EF4-FFF2-40B4-BE49-F238E27FC236}">
                    <a16:creationId xmlns:a16="http://schemas.microsoft.com/office/drawing/2014/main" id="{A3972042-CD96-7C4A-4773-F77EAD86EC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16862" y="499268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40" name="Oval 2559">
                <a:extLst>
                  <a:ext uri="{FF2B5EF4-FFF2-40B4-BE49-F238E27FC236}">
                    <a16:creationId xmlns:a16="http://schemas.microsoft.com/office/drawing/2014/main" id="{0F8BF5DB-EC73-8268-A24F-7F7C222F8C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0850" y="4989514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41" name="Oval 2560">
                <a:extLst>
                  <a:ext uri="{FF2B5EF4-FFF2-40B4-BE49-F238E27FC236}">
                    <a16:creationId xmlns:a16="http://schemas.microsoft.com/office/drawing/2014/main" id="{C41477DE-D36E-072E-52D5-8A73CAB0A6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24837" y="4989514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42" name="Oval 2561">
                <a:extLst>
                  <a:ext uri="{FF2B5EF4-FFF2-40B4-BE49-F238E27FC236}">
                    <a16:creationId xmlns:a16="http://schemas.microsoft.com/office/drawing/2014/main" id="{6CF50D7F-41FB-194D-A9F2-BAA3C42026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78825" y="4989514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43" name="Oval 2562">
                <a:extLst>
                  <a:ext uri="{FF2B5EF4-FFF2-40B4-BE49-F238E27FC236}">
                    <a16:creationId xmlns:a16="http://schemas.microsoft.com/office/drawing/2014/main" id="{78F54CA0-FEBB-FA1B-06C5-30F3308E9C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32812" y="4986339"/>
                <a:ext cx="9525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44" name="Oval 2563">
                <a:extLst>
                  <a:ext uri="{FF2B5EF4-FFF2-40B4-BE49-F238E27FC236}">
                    <a16:creationId xmlns:a16="http://schemas.microsoft.com/office/drawing/2014/main" id="{24144DB1-97A9-B209-5C22-01899E90B3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88387" y="4986339"/>
                <a:ext cx="7938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45" name="Oval 2564">
                <a:extLst>
                  <a:ext uri="{FF2B5EF4-FFF2-40B4-BE49-F238E27FC236}">
                    <a16:creationId xmlns:a16="http://schemas.microsoft.com/office/drawing/2014/main" id="{F4291334-A41F-3EF6-A39C-68F8B71F1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2375" y="4986339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46" name="Oval 2565">
                <a:extLst>
                  <a:ext uri="{FF2B5EF4-FFF2-40B4-BE49-F238E27FC236}">
                    <a16:creationId xmlns:a16="http://schemas.microsoft.com/office/drawing/2014/main" id="{0FC82113-B5A7-98BE-5252-81AE936E4C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362" y="4986339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47" name="Oval 2566">
                <a:extLst>
                  <a:ext uri="{FF2B5EF4-FFF2-40B4-BE49-F238E27FC236}">
                    <a16:creationId xmlns:a16="http://schemas.microsoft.com/office/drawing/2014/main" id="{E5AE6661-E451-15E5-F5EA-24C1B3D3F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0350" y="4983164"/>
                <a:ext cx="15875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48" name="Oval 2567">
                <a:extLst>
                  <a:ext uri="{FF2B5EF4-FFF2-40B4-BE49-F238E27FC236}">
                    <a16:creationId xmlns:a16="http://schemas.microsoft.com/office/drawing/2014/main" id="{E26CDE71-75AF-A7A1-2D28-EE156EF79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5925" y="4983164"/>
                <a:ext cx="14288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49" name="Oval 2568">
                <a:extLst>
                  <a:ext uri="{FF2B5EF4-FFF2-40B4-BE49-F238E27FC236}">
                    <a16:creationId xmlns:a16="http://schemas.microsoft.com/office/drawing/2014/main" id="{9848B359-B2B0-FD19-EB45-B8C100A1FC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63087" y="4983164"/>
                <a:ext cx="11113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50" name="Oval 2569">
                <a:extLst>
                  <a:ext uri="{FF2B5EF4-FFF2-40B4-BE49-F238E27FC236}">
                    <a16:creationId xmlns:a16="http://schemas.microsoft.com/office/drawing/2014/main" id="{E87E3888-4938-3A75-B634-594A632D97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7075" y="4986339"/>
                <a:ext cx="11113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51" name="Oval 2570">
                <a:extLst>
                  <a:ext uri="{FF2B5EF4-FFF2-40B4-BE49-F238E27FC236}">
                    <a16:creationId xmlns:a16="http://schemas.microsoft.com/office/drawing/2014/main" id="{DA552B7D-4D4C-BAD7-CFF3-2AA4EDF361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71062" y="4986339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52" name="Oval 2571">
                <a:extLst>
                  <a:ext uri="{FF2B5EF4-FFF2-40B4-BE49-F238E27FC236}">
                    <a16:creationId xmlns:a16="http://schemas.microsoft.com/office/drawing/2014/main" id="{4FF13C04-BC47-F9F8-DDCB-7FF0686F0E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28225" y="4986339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53" name="Oval 2572">
                <a:extLst>
                  <a:ext uri="{FF2B5EF4-FFF2-40B4-BE49-F238E27FC236}">
                    <a16:creationId xmlns:a16="http://schemas.microsoft.com/office/drawing/2014/main" id="{9F1F381B-5020-C5D9-6727-F2E45633F1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2212" y="4986339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54" name="Oval 2573">
                <a:extLst>
                  <a:ext uri="{FF2B5EF4-FFF2-40B4-BE49-F238E27FC236}">
                    <a16:creationId xmlns:a16="http://schemas.microsoft.com/office/drawing/2014/main" id="{A12CBBFC-644D-AA2B-6BDC-1A7D8EB024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37787" y="4986339"/>
                <a:ext cx="11113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55" name="Oval 2574">
                <a:extLst>
                  <a:ext uri="{FF2B5EF4-FFF2-40B4-BE49-F238E27FC236}">
                    <a16:creationId xmlns:a16="http://schemas.microsoft.com/office/drawing/2014/main" id="{5779DC4E-7005-A035-FA00-1BD9ACD15C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94950" y="4986339"/>
                <a:ext cx="7938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56" name="Oval 2575">
                <a:extLst>
                  <a:ext uri="{FF2B5EF4-FFF2-40B4-BE49-F238E27FC236}">
                    <a16:creationId xmlns:a16="http://schemas.microsoft.com/office/drawing/2014/main" id="{077D5CD4-C7C9-AB87-E9BD-70F003F60F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48937" y="4986339"/>
                <a:ext cx="9525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57" name="Oval 2576">
                <a:extLst>
                  <a:ext uri="{FF2B5EF4-FFF2-40B4-BE49-F238E27FC236}">
                    <a16:creationId xmlns:a16="http://schemas.microsoft.com/office/drawing/2014/main" id="{914867B6-4A42-3F46-871F-D2776E62E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06100" y="4986339"/>
                <a:ext cx="6350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58" name="Oval 2577">
                <a:extLst>
                  <a:ext uri="{FF2B5EF4-FFF2-40B4-BE49-F238E27FC236}">
                    <a16:creationId xmlns:a16="http://schemas.microsoft.com/office/drawing/2014/main" id="{3717786E-3429-3759-530D-ABA2FB029F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60087" y="4989514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59" name="Oval 2578">
                <a:extLst>
                  <a:ext uri="{FF2B5EF4-FFF2-40B4-BE49-F238E27FC236}">
                    <a16:creationId xmlns:a16="http://schemas.microsoft.com/office/drawing/2014/main" id="{0CB83703-6BA2-D70B-9F35-753D0CAD3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15662" y="4989514"/>
                <a:ext cx="4763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60" name="Oval 2579">
                <a:extLst>
                  <a:ext uri="{FF2B5EF4-FFF2-40B4-BE49-F238E27FC236}">
                    <a16:creationId xmlns:a16="http://schemas.microsoft.com/office/drawing/2014/main" id="{B548F40C-BB69-738B-5A5B-9219E504ED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2825" y="4989514"/>
                <a:ext cx="4763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61" name="Oval 2580">
                <a:extLst>
                  <a:ext uri="{FF2B5EF4-FFF2-40B4-BE49-F238E27FC236}">
                    <a16:creationId xmlns:a16="http://schemas.microsoft.com/office/drawing/2014/main" id="{17521AC9-AA48-6232-6045-C8BFFC3A6F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26812" y="4989514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62" name="Oval 2581">
                <a:extLst>
                  <a:ext uri="{FF2B5EF4-FFF2-40B4-BE49-F238E27FC236}">
                    <a16:creationId xmlns:a16="http://schemas.microsoft.com/office/drawing/2014/main" id="{7A026B8D-844E-42B3-EF30-F65DCDB6D2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80800" y="4989514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63" name="Oval 2582">
                <a:extLst>
                  <a:ext uri="{FF2B5EF4-FFF2-40B4-BE49-F238E27FC236}">
                    <a16:creationId xmlns:a16="http://schemas.microsoft.com/office/drawing/2014/main" id="{63936BCD-4FCC-F66D-EDBB-73CEDA33B4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4787" y="4989514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64" name="Oval 2583">
                <a:extLst>
                  <a:ext uri="{FF2B5EF4-FFF2-40B4-BE49-F238E27FC236}">
                    <a16:creationId xmlns:a16="http://schemas.microsoft.com/office/drawing/2014/main" id="{057CAB61-26AA-188F-CF10-DF8E973673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91950" y="4989514"/>
                <a:ext cx="3175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65" name="Oval 2584">
                <a:extLst>
                  <a:ext uri="{FF2B5EF4-FFF2-40B4-BE49-F238E27FC236}">
                    <a16:creationId xmlns:a16="http://schemas.microsoft.com/office/drawing/2014/main" id="{D3EC3DD7-6C51-F265-A52A-9E5C8A2991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47525" y="4989514"/>
                <a:ext cx="4763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66" name="Oval 2585">
                <a:extLst>
                  <a:ext uri="{FF2B5EF4-FFF2-40B4-BE49-F238E27FC236}">
                    <a16:creationId xmlns:a16="http://schemas.microsoft.com/office/drawing/2014/main" id="{E3BBF1B4-A8CB-6DF8-598E-B9BA5A25CF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01512" y="4989514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67" name="Oval 2586">
                <a:extLst>
                  <a:ext uri="{FF2B5EF4-FFF2-40B4-BE49-F238E27FC236}">
                    <a16:creationId xmlns:a16="http://schemas.microsoft.com/office/drawing/2014/main" id="{1CE6A38A-03EC-1FD5-797C-2F12E4633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58675" y="4989514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68" name="Oval 2587">
                <a:extLst>
                  <a:ext uri="{FF2B5EF4-FFF2-40B4-BE49-F238E27FC236}">
                    <a16:creationId xmlns:a16="http://schemas.microsoft.com/office/drawing/2014/main" id="{5589EA3C-994F-B4E8-D2A0-AB0DA32CEC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12662" y="4989514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69" name="Oval 2588">
                <a:extLst>
                  <a:ext uri="{FF2B5EF4-FFF2-40B4-BE49-F238E27FC236}">
                    <a16:creationId xmlns:a16="http://schemas.microsoft.com/office/drawing/2014/main" id="{3D536BB4-AE01-8FAE-F10E-0B173AD556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6650" y="4989514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70" name="Oval 2589">
                <a:extLst>
                  <a:ext uri="{FF2B5EF4-FFF2-40B4-BE49-F238E27FC236}">
                    <a16:creationId xmlns:a16="http://schemas.microsoft.com/office/drawing/2014/main" id="{D7631915-A026-0393-6FD3-94C7457C36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22225" y="4989514"/>
                <a:ext cx="4763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71" name="Oval 2590">
                <a:extLst>
                  <a:ext uri="{FF2B5EF4-FFF2-40B4-BE49-F238E27FC236}">
                    <a16:creationId xmlns:a16="http://schemas.microsoft.com/office/drawing/2014/main" id="{F9F6E894-D9BA-409D-08FD-0B505E4C92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9387" y="4989514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72" name="Oval 2591">
                <a:extLst>
                  <a:ext uri="{FF2B5EF4-FFF2-40B4-BE49-F238E27FC236}">
                    <a16:creationId xmlns:a16="http://schemas.microsoft.com/office/drawing/2014/main" id="{A3CBE07C-E38F-98D0-7848-72713C264D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33375" y="4989514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73" name="Oval 2592">
                <a:extLst>
                  <a:ext uri="{FF2B5EF4-FFF2-40B4-BE49-F238E27FC236}">
                    <a16:creationId xmlns:a16="http://schemas.microsoft.com/office/drawing/2014/main" id="{68F4D3C1-3356-1B9E-11B4-72DBB446BB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7362" y="4989514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74" name="Oval 2593">
                <a:extLst>
                  <a:ext uri="{FF2B5EF4-FFF2-40B4-BE49-F238E27FC236}">
                    <a16:creationId xmlns:a16="http://schemas.microsoft.com/office/drawing/2014/main" id="{F1EEC6A2-85BA-BFCE-21A8-110977B4E5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44525" y="4989514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75" name="Oval 2594">
                <a:extLst>
                  <a:ext uri="{FF2B5EF4-FFF2-40B4-BE49-F238E27FC236}">
                    <a16:creationId xmlns:a16="http://schemas.microsoft.com/office/drawing/2014/main" id="{1075B83F-7C7E-CB91-65E7-B895E7C38E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00100" y="4989514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76" name="Oval 2595">
                <a:extLst>
                  <a:ext uri="{FF2B5EF4-FFF2-40B4-BE49-F238E27FC236}">
                    <a16:creationId xmlns:a16="http://schemas.microsoft.com/office/drawing/2014/main" id="{87508269-EC6D-6E41-BA22-1CCC01AA3D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4087" y="4989514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77" name="Rectangle 2596">
                <a:extLst>
                  <a:ext uri="{FF2B5EF4-FFF2-40B4-BE49-F238E27FC236}">
                    <a16:creationId xmlns:a16="http://schemas.microsoft.com/office/drawing/2014/main" id="{BB0276BF-15A7-475C-3B11-392BE863CB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11250" y="4992689"/>
                <a:ext cx="1588" cy="15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78" name="Freeform 2597">
                <a:extLst>
                  <a:ext uri="{FF2B5EF4-FFF2-40B4-BE49-F238E27FC236}">
                    <a16:creationId xmlns:a16="http://schemas.microsoft.com/office/drawing/2014/main" id="{66E4FAE4-1363-CA59-5889-F94F5C8F6F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65237" y="499268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79" name="Freeform 2634">
                <a:extLst>
                  <a:ext uri="{FF2B5EF4-FFF2-40B4-BE49-F238E27FC236}">
                    <a16:creationId xmlns:a16="http://schemas.microsoft.com/office/drawing/2014/main" id="{E556CB7E-AF79-DDBB-43AE-29771F3A0A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16862" y="514667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80" name="Oval 2635">
                <a:extLst>
                  <a:ext uri="{FF2B5EF4-FFF2-40B4-BE49-F238E27FC236}">
                    <a16:creationId xmlns:a16="http://schemas.microsoft.com/office/drawing/2014/main" id="{C6A86F13-FD07-57AC-193E-DA0B669CB2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0850" y="5146676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81" name="Oval 2636">
                <a:extLst>
                  <a:ext uri="{FF2B5EF4-FFF2-40B4-BE49-F238E27FC236}">
                    <a16:creationId xmlns:a16="http://schemas.microsoft.com/office/drawing/2014/main" id="{4D74BD72-9F66-9183-1C6C-57FF2DD613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24837" y="5143501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82" name="Oval 2637">
                <a:extLst>
                  <a:ext uri="{FF2B5EF4-FFF2-40B4-BE49-F238E27FC236}">
                    <a16:creationId xmlns:a16="http://schemas.microsoft.com/office/drawing/2014/main" id="{D3703834-CDA0-AE74-6DAD-41E712B8E9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78825" y="5140326"/>
                <a:ext cx="9525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83" name="Oval 2638">
                <a:extLst>
                  <a:ext uri="{FF2B5EF4-FFF2-40B4-BE49-F238E27FC236}">
                    <a16:creationId xmlns:a16="http://schemas.microsoft.com/office/drawing/2014/main" id="{2CC50774-2E69-D9C7-659B-732756D6DC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31225" y="5140326"/>
                <a:ext cx="11113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84" name="Oval 2639">
                <a:extLst>
                  <a:ext uri="{FF2B5EF4-FFF2-40B4-BE49-F238E27FC236}">
                    <a16:creationId xmlns:a16="http://schemas.microsoft.com/office/drawing/2014/main" id="{09655357-7507-1F99-E9ED-F281C6031C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85212" y="5138738"/>
                <a:ext cx="14288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85" name="Oval 2640">
                <a:extLst>
                  <a:ext uri="{FF2B5EF4-FFF2-40B4-BE49-F238E27FC236}">
                    <a16:creationId xmlns:a16="http://schemas.microsoft.com/office/drawing/2014/main" id="{7FA9AF35-D05C-7231-BCAD-2A80F9A0D0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39200" y="5138738"/>
                <a:ext cx="17463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86" name="Oval 2641">
                <a:extLst>
                  <a:ext uri="{FF2B5EF4-FFF2-40B4-BE49-F238E27FC236}">
                    <a16:creationId xmlns:a16="http://schemas.microsoft.com/office/drawing/2014/main" id="{3B38EDE6-1E93-455A-272E-2FAEDF2584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3187" y="5138738"/>
                <a:ext cx="19050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87" name="Oval 2642">
                <a:extLst>
                  <a:ext uri="{FF2B5EF4-FFF2-40B4-BE49-F238E27FC236}">
                    <a16:creationId xmlns:a16="http://schemas.microsoft.com/office/drawing/2014/main" id="{FF6ABB9E-87C5-08E8-B45E-DE34B4F2CD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7175" y="5138738"/>
                <a:ext cx="22225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88" name="Oval 2643">
                <a:extLst>
                  <a:ext uri="{FF2B5EF4-FFF2-40B4-BE49-F238E27FC236}">
                    <a16:creationId xmlns:a16="http://schemas.microsoft.com/office/drawing/2014/main" id="{7D4571CE-1EEE-CC50-BFA2-B8FBD2B31D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2750" y="5138738"/>
                <a:ext cx="20638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89" name="Oval 2644">
                <a:extLst>
                  <a:ext uri="{FF2B5EF4-FFF2-40B4-BE49-F238E27FC236}">
                    <a16:creationId xmlns:a16="http://schemas.microsoft.com/office/drawing/2014/main" id="{D70C8D34-1105-8FD1-8117-A80BF907CC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9912" y="5138738"/>
                <a:ext cx="17463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90" name="Oval 2645">
                <a:extLst>
                  <a:ext uri="{FF2B5EF4-FFF2-40B4-BE49-F238E27FC236}">
                    <a16:creationId xmlns:a16="http://schemas.microsoft.com/office/drawing/2014/main" id="{1F3997F0-66D6-83E9-4B58-3D82B7D63F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3900" y="5138738"/>
                <a:ext cx="17463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91" name="Oval 2646">
                <a:extLst>
                  <a:ext uri="{FF2B5EF4-FFF2-40B4-BE49-F238E27FC236}">
                    <a16:creationId xmlns:a16="http://schemas.microsoft.com/office/drawing/2014/main" id="{D4C98712-2DCA-DB59-9C05-7F0E8F2B78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67887" y="5138738"/>
                <a:ext cx="19050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92" name="Oval 2647">
                <a:extLst>
                  <a:ext uri="{FF2B5EF4-FFF2-40B4-BE49-F238E27FC236}">
                    <a16:creationId xmlns:a16="http://schemas.microsoft.com/office/drawing/2014/main" id="{8EC1D5AE-4F2A-86DC-E249-F52A07745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25050" y="5138738"/>
                <a:ext cx="15875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93" name="Oval 2648">
                <a:extLst>
                  <a:ext uri="{FF2B5EF4-FFF2-40B4-BE49-F238E27FC236}">
                    <a16:creationId xmlns:a16="http://schemas.microsoft.com/office/drawing/2014/main" id="{BF0D7182-FA4A-8DDD-1104-8549F46222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0625" y="5138738"/>
                <a:ext cx="14288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94" name="Oval 2649">
                <a:extLst>
                  <a:ext uri="{FF2B5EF4-FFF2-40B4-BE49-F238E27FC236}">
                    <a16:creationId xmlns:a16="http://schemas.microsoft.com/office/drawing/2014/main" id="{FF432EE7-A9A6-86BC-837E-A29C6C5708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37787" y="5140326"/>
                <a:ext cx="11113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95" name="Oval 2650">
                <a:extLst>
                  <a:ext uri="{FF2B5EF4-FFF2-40B4-BE49-F238E27FC236}">
                    <a16:creationId xmlns:a16="http://schemas.microsoft.com/office/drawing/2014/main" id="{6A77EF80-2663-6956-6A7E-1B13EAC90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91775" y="5140326"/>
                <a:ext cx="14288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96" name="Oval 2651">
                <a:extLst>
                  <a:ext uri="{FF2B5EF4-FFF2-40B4-BE49-F238E27FC236}">
                    <a16:creationId xmlns:a16="http://schemas.microsoft.com/office/drawing/2014/main" id="{F757D860-148C-9ABB-C07C-C7F48BD13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45762" y="5140326"/>
                <a:ext cx="15875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97" name="Oval 2652">
                <a:extLst>
                  <a:ext uri="{FF2B5EF4-FFF2-40B4-BE49-F238E27FC236}">
                    <a16:creationId xmlns:a16="http://schemas.microsoft.com/office/drawing/2014/main" id="{48E93AC0-2A8F-8ACA-1B34-9DECDE4A05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02925" y="5140326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98" name="Oval 2653">
                <a:extLst>
                  <a:ext uri="{FF2B5EF4-FFF2-40B4-BE49-F238E27FC236}">
                    <a16:creationId xmlns:a16="http://schemas.microsoft.com/office/drawing/2014/main" id="{4FC65F20-E57B-6ED5-3378-C4403FBA6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56912" y="5140326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99" name="Oval 2654">
                <a:extLst>
                  <a:ext uri="{FF2B5EF4-FFF2-40B4-BE49-F238E27FC236}">
                    <a16:creationId xmlns:a16="http://schemas.microsoft.com/office/drawing/2014/main" id="{320AFF1F-2651-49C5-18DD-21D90B58F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15662" y="5140326"/>
                <a:ext cx="7938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00" name="Oval 2655">
                <a:extLst>
                  <a:ext uri="{FF2B5EF4-FFF2-40B4-BE49-F238E27FC236}">
                    <a16:creationId xmlns:a16="http://schemas.microsoft.com/office/drawing/2014/main" id="{8A9452E2-1EA9-8902-4006-8BD1AC75BA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69650" y="5140326"/>
                <a:ext cx="7938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01" name="Oval 2656">
                <a:extLst>
                  <a:ext uri="{FF2B5EF4-FFF2-40B4-BE49-F238E27FC236}">
                    <a16:creationId xmlns:a16="http://schemas.microsoft.com/office/drawing/2014/main" id="{A66955CE-C9EE-5C0A-A3BA-7BBEBCAA85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23637" y="5140326"/>
                <a:ext cx="9525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02" name="Oval 2657">
                <a:extLst>
                  <a:ext uri="{FF2B5EF4-FFF2-40B4-BE49-F238E27FC236}">
                    <a16:creationId xmlns:a16="http://schemas.microsoft.com/office/drawing/2014/main" id="{4139032F-97CB-759B-A141-D646DF4A3C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77625" y="5140326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03" name="Oval 2658">
                <a:extLst>
                  <a:ext uri="{FF2B5EF4-FFF2-40B4-BE49-F238E27FC236}">
                    <a16:creationId xmlns:a16="http://schemas.microsoft.com/office/drawing/2014/main" id="{D54189CB-9D05-8884-5BB4-89A4FD85DD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4787" y="5143501"/>
                <a:ext cx="9525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04" name="Oval 2659">
                <a:extLst>
                  <a:ext uri="{FF2B5EF4-FFF2-40B4-BE49-F238E27FC236}">
                    <a16:creationId xmlns:a16="http://schemas.microsoft.com/office/drawing/2014/main" id="{EA36B415-5BEB-1940-0BF4-D78E3F052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90362" y="5143501"/>
                <a:ext cx="7938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05" name="Oval 2660">
                <a:extLst>
                  <a:ext uri="{FF2B5EF4-FFF2-40B4-BE49-F238E27FC236}">
                    <a16:creationId xmlns:a16="http://schemas.microsoft.com/office/drawing/2014/main" id="{C5B36997-60D7-7F14-A0DF-5D948B5793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47525" y="5143501"/>
                <a:ext cx="4763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06" name="Oval 2661">
                <a:extLst>
                  <a:ext uri="{FF2B5EF4-FFF2-40B4-BE49-F238E27FC236}">
                    <a16:creationId xmlns:a16="http://schemas.microsoft.com/office/drawing/2014/main" id="{F088F43B-37E1-489A-0C47-B1915EA89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01512" y="5143501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07" name="Oval 2662">
                <a:extLst>
                  <a:ext uri="{FF2B5EF4-FFF2-40B4-BE49-F238E27FC236}">
                    <a16:creationId xmlns:a16="http://schemas.microsoft.com/office/drawing/2014/main" id="{B9C794B8-84B4-B333-5F03-5CF38DEB04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55500" y="5143501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08" name="Oval 2663">
                <a:extLst>
                  <a:ext uri="{FF2B5EF4-FFF2-40B4-BE49-F238E27FC236}">
                    <a16:creationId xmlns:a16="http://schemas.microsoft.com/office/drawing/2014/main" id="{F12D6C37-9350-0424-E788-1AEEBBE371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12662" y="5143501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09" name="Oval 2664">
                <a:extLst>
                  <a:ext uri="{FF2B5EF4-FFF2-40B4-BE49-F238E27FC236}">
                    <a16:creationId xmlns:a16="http://schemas.microsoft.com/office/drawing/2014/main" id="{F8C8CCA3-B41A-EB74-399B-87A1A04B5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6650" y="5143501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10" name="Oval 2665">
                <a:extLst>
                  <a:ext uri="{FF2B5EF4-FFF2-40B4-BE49-F238E27FC236}">
                    <a16:creationId xmlns:a16="http://schemas.microsoft.com/office/drawing/2014/main" id="{A434F469-186B-E0DE-DB44-BBA991BAE5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22225" y="5143501"/>
                <a:ext cx="4763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11" name="Oval 2666">
                <a:extLst>
                  <a:ext uri="{FF2B5EF4-FFF2-40B4-BE49-F238E27FC236}">
                    <a16:creationId xmlns:a16="http://schemas.microsoft.com/office/drawing/2014/main" id="{ADC12451-DE04-BE8F-3330-A8689BD3B2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6212" y="5143501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12" name="Oval 2667">
                <a:extLst>
                  <a:ext uri="{FF2B5EF4-FFF2-40B4-BE49-F238E27FC236}">
                    <a16:creationId xmlns:a16="http://schemas.microsoft.com/office/drawing/2014/main" id="{10DA8150-2FBB-3746-AF4F-B0FEB15673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33375" y="5143501"/>
                <a:ext cx="3175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13" name="Oval 2668">
                <a:extLst>
                  <a:ext uri="{FF2B5EF4-FFF2-40B4-BE49-F238E27FC236}">
                    <a16:creationId xmlns:a16="http://schemas.microsoft.com/office/drawing/2014/main" id="{FD8DDB87-FF2E-510D-35B7-E0BE6EC074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7362" y="5143501"/>
                <a:ext cx="3175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14" name="Oval 2669">
                <a:extLst>
                  <a:ext uri="{FF2B5EF4-FFF2-40B4-BE49-F238E27FC236}">
                    <a16:creationId xmlns:a16="http://schemas.microsoft.com/office/drawing/2014/main" id="{B13F4006-AA90-4F29-19D8-A9E68ED934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41350" y="5143501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15" name="Oval 2670">
                <a:extLst>
                  <a:ext uri="{FF2B5EF4-FFF2-40B4-BE49-F238E27FC236}">
                    <a16:creationId xmlns:a16="http://schemas.microsoft.com/office/drawing/2014/main" id="{8FF0CBB9-4198-EF66-4509-B221A9124B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00100" y="5146676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16" name="Oval 2671">
                <a:extLst>
                  <a:ext uri="{FF2B5EF4-FFF2-40B4-BE49-F238E27FC236}">
                    <a16:creationId xmlns:a16="http://schemas.microsoft.com/office/drawing/2014/main" id="{5D101867-7A8B-4526-AC5D-1033DCA45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4087" y="5146676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17" name="Oval 2672">
                <a:extLst>
                  <a:ext uri="{FF2B5EF4-FFF2-40B4-BE49-F238E27FC236}">
                    <a16:creationId xmlns:a16="http://schemas.microsoft.com/office/drawing/2014/main" id="{33A768C9-0786-8E19-AA34-C3E9F56D0F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08075" y="5146676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18" name="Freeform 2673">
                <a:extLst>
                  <a:ext uri="{FF2B5EF4-FFF2-40B4-BE49-F238E27FC236}">
                    <a16:creationId xmlns:a16="http://schemas.microsoft.com/office/drawing/2014/main" id="{1609F75B-AB78-D491-1CC5-7EF21DD6A8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65237" y="514667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19" name="Oval 2709">
                <a:extLst>
                  <a:ext uri="{FF2B5EF4-FFF2-40B4-BE49-F238E27FC236}">
                    <a16:creationId xmlns:a16="http://schemas.microsoft.com/office/drawing/2014/main" id="{B299616E-5CEA-A32E-CECD-18E980B2CD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16862" y="53022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20" name="Oval 2710">
                <a:extLst>
                  <a:ext uri="{FF2B5EF4-FFF2-40B4-BE49-F238E27FC236}">
                    <a16:creationId xmlns:a16="http://schemas.microsoft.com/office/drawing/2014/main" id="{6678577A-0F42-1BC9-80D3-7961C8646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0850" y="53022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21" name="Oval 2711">
                <a:extLst>
                  <a:ext uri="{FF2B5EF4-FFF2-40B4-BE49-F238E27FC236}">
                    <a16:creationId xmlns:a16="http://schemas.microsoft.com/office/drawing/2014/main" id="{3DAB7852-586A-D167-8F5A-9D02BD2F1C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21662" y="5299076"/>
                <a:ext cx="9525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22" name="Oval 2712">
                <a:extLst>
                  <a:ext uri="{FF2B5EF4-FFF2-40B4-BE49-F238E27FC236}">
                    <a16:creationId xmlns:a16="http://schemas.microsoft.com/office/drawing/2014/main" id="{4330359F-699A-A480-094F-05A4B37480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75650" y="5295901"/>
                <a:ext cx="12700" cy="111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23" name="Oval 2713">
                <a:extLst>
                  <a:ext uri="{FF2B5EF4-FFF2-40B4-BE49-F238E27FC236}">
                    <a16:creationId xmlns:a16="http://schemas.microsoft.com/office/drawing/2014/main" id="{DC50E979-04F3-49F6-5623-77FB1F0714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28050" y="5292726"/>
                <a:ext cx="17463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24" name="Oval 2714">
                <a:extLst>
                  <a:ext uri="{FF2B5EF4-FFF2-40B4-BE49-F238E27FC236}">
                    <a16:creationId xmlns:a16="http://schemas.microsoft.com/office/drawing/2014/main" id="{BB4C7C9B-33D5-7075-C338-4408B15991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82037" y="5292726"/>
                <a:ext cx="20638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25" name="Oval 2715">
                <a:extLst>
                  <a:ext uri="{FF2B5EF4-FFF2-40B4-BE49-F238E27FC236}">
                    <a16:creationId xmlns:a16="http://schemas.microsoft.com/office/drawing/2014/main" id="{179EA48C-F51C-5EE1-EBF9-971CE4CFDD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36025" y="5289551"/>
                <a:ext cx="23813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26" name="Oval 2716">
                <a:extLst>
                  <a:ext uri="{FF2B5EF4-FFF2-40B4-BE49-F238E27FC236}">
                    <a16:creationId xmlns:a16="http://schemas.microsoft.com/office/drawing/2014/main" id="{4DE6CADA-DD5F-C2B8-93BE-711B241E4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86837" y="5289551"/>
                <a:ext cx="30163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27" name="Oval 2717">
                <a:extLst>
                  <a:ext uri="{FF2B5EF4-FFF2-40B4-BE49-F238E27FC236}">
                    <a16:creationId xmlns:a16="http://schemas.microsoft.com/office/drawing/2014/main" id="{7331D746-0457-AA5E-80D4-BB5DD83A61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2412" y="5286376"/>
                <a:ext cx="30163" cy="301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28" name="Oval 2718">
                <a:extLst>
                  <a:ext uri="{FF2B5EF4-FFF2-40B4-BE49-F238E27FC236}">
                    <a16:creationId xmlns:a16="http://schemas.microsoft.com/office/drawing/2014/main" id="{F5D0ED61-FECD-38F8-A3CC-CC656F0539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9575" y="5286376"/>
                <a:ext cx="26988" cy="301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29" name="Oval 2719">
                <a:extLst>
                  <a:ext uri="{FF2B5EF4-FFF2-40B4-BE49-F238E27FC236}">
                    <a16:creationId xmlns:a16="http://schemas.microsoft.com/office/drawing/2014/main" id="{9A862D27-F9F5-62A3-EF4F-B72FE20CC6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3562" y="5289551"/>
                <a:ext cx="30163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30" name="Oval 2720">
                <a:extLst>
                  <a:ext uri="{FF2B5EF4-FFF2-40B4-BE49-F238E27FC236}">
                    <a16:creationId xmlns:a16="http://schemas.microsoft.com/office/drawing/2014/main" id="{6CC1787F-EBA9-A026-62EF-C9C141E18E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0725" y="5289551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31" name="Oval 2721">
                <a:extLst>
                  <a:ext uri="{FF2B5EF4-FFF2-40B4-BE49-F238E27FC236}">
                    <a16:creationId xmlns:a16="http://schemas.microsoft.com/office/drawing/2014/main" id="{5E962D69-D815-9830-8BD4-B5485B05FD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64712" y="5289551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32" name="Oval 2722">
                <a:extLst>
                  <a:ext uri="{FF2B5EF4-FFF2-40B4-BE49-F238E27FC236}">
                    <a16:creationId xmlns:a16="http://schemas.microsoft.com/office/drawing/2014/main" id="{136C040E-2BD7-18A6-3E74-3FF09A84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21875" y="5289551"/>
                <a:ext cx="25400" cy="238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33" name="Oval 2723">
                <a:extLst>
                  <a:ext uri="{FF2B5EF4-FFF2-40B4-BE49-F238E27FC236}">
                    <a16:creationId xmlns:a16="http://schemas.microsoft.com/office/drawing/2014/main" id="{B3EF239B-2B62-4342-D5FC-6264A4357C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77450" y="5292726"/>
                <a:ext cx="23813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34" name="Oval 2724">
                <a:extLst>
                  <a:ext uri="{FF2B5EF4-FFF2-40B4-BE49-F238E27FC236}">
                    <a16:creationId xmlns:a16="http://schemas.microsoft.com/office/drawing/2014/main" id="{4089BD97-BED9-BE9E-CD7A-581C0F84A4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34612" y="5292726"/>
                <a:ext cx="17463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35" name="Oval 2725">
                <a:extLst>
                  <a:ext uri="{FF2B5EF4-FFF2-40B4-BE49-F238E27FC236}">
                    <a16:creationId xmlns:a16="http://schemas.microsoft.com/office/drawing/2014/main" id="{1683DB2B-CC57-6C27-82DB-DA21884816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88600" y="5292726"/>
                <a:ext cx="17463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36" name="Oval 2726">
                <a:extLst>
                  <a:ext uri="{FF2B5EF4-FFF2-40B4-BE49-F238E27FC236}">
                    <a16:creationId xmlns:a16="http://schemas.microsoft.com/office/drawing/2014/main" id="{6700DDFD-EC89-370E-6D89-418815EE2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45762" y="5292726"/>
                <a:ext cx="19050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37" name="Oval 2727">
                <a:extLst>
                  <a:ext uri="{FF2B5EF4-FFF2-40B4-BE49-F238E27FC236}">
                    <a16:creationId xmlns:a16="http://schemas.microsoft.com/office/drawing/2014/main" id="{09F9C739-49E3-9DD9-2145-A2D64BF7BE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9750" y="5292726"/>
                <a:ext cx="19050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38" name="Oval 2728">
                <a:extLst>
                  <a:ext uri="{FF2B5EF4-FFF2-40B4-BE49-F238E27FC236}">
                    <a16:creationId xmlns:a16="http://schemas.microsoft.com/office/drawing/2014/main" id="{2D43D631-7748-B484-47CB-FF5BEE4FF3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55325" y="5295901"/>
                <a:ext cx="17463" cy="142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39" name="Oval 2729">
                <a:extLst>
                  <a:ext uri="{FF2B5EF4-FFF2-40B4-BE49-F238E27FC236}">
                    <a16:creationId xmlns:a16="http://schemas.microsoft.com/office/drawing/2014/main" id="{226F3C25-9766-5C89-8620-57AA5F224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12487" y="5295901"/>
                <a:ext cx="14288" cy="142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40" name="Oval 2730">
                <a:extLst>
                  <a:ext uri="{FF2B5EF4-FFF2-40B4-BE49-F238E27FC236}">
                    <a16:creationId xmlns:a16="http://schemas.microsoft.com/office/drawing/2014/main" id="{7255F40E-3AC5-104C-B88A-4074169CC4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66475" y="5295901"/>
                <a:ext cx="14288" cy="142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41" name="Oval 2731">
                <a:extLst>
                  <a:ext uri="{FF2B5EF4-FFF2-40B4-BE49-F238E27FC236}">
                    <a16:creationId xmlns:a16="http://schemas.microsoft.com/office/drawing/2014/main" id="{87C01585-D056-A5CB-1360-C5CFF43531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23637" y="5295901"/>
                <a:ext cx="12700" cy="142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42" name="Oval 2732">
                <a:extLst>
                  <a:ext uri="{FF2B5EF4-FFF2-40B4-BE49-F238E27FC236}">
                    <a16:creationId xmlns:a16="http://schemas.microsoft.com/office/drawing/2014/main" id="{6B4EE776-8E1C-88D2-F9D5-5111C7953A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77625" y="5295901"/>
                <a:ext cx="12700" cy="111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43" name="Oval 2733">
                <a:extLst>
                  <a:ext uri="{FF2B5EF4-FFF2-40B4-BE49-F238E27FC236}">
                    <a16:creationId xmlns:a16="http://schemas.microsoft.com/office/drawing/2014/main" id="{44BDB0E4-B298-3190-66CC-ECBD0250D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1612" y="5295901"/>
                <a:ext cx="12700" cy="111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44" name="Oval 2734">
                <a:extLst>
                  <a:ext uri="{FF2B5EF4-FFF2-40B4-BE49-F238E27FC236}">
                    <a16:creationId xmlns:a16="http://schemas.microsoft.com/office/drawing/2014/main" id="{C08AF8DE-4C9F-A58E-24CF-8DB33D6EA3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90362" y="5295901"/>
                <a:ext cx="7938" cy="111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45" name="Oval 2735">
                <a:extLst>
                  <a:ext uri="{FF2B5EF4-FFF2-40B4-BE49-F238E27FC236}">
                    <a16:creationId xmlns:a16="http://schemas.microsoft.com/office/drawing/2014/main" id="{81E14E9A-CEBF-C877-020A-3DE19E4F7E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44350" y="5295901"/>
                <a:ext cx="11113" cy="111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46" name="Oval 2736">
                <a:extLst>
                  <a:ext uri="{FF2B5EF4-FFF2-40B4-BE49-F238E27FC236}">
                    <a16:creationId xmlns:a16="http://schemas.microsoft.com/office/drawing/2014/main" id="{EF7D8DC9-A6EE-5194-E6C7-B7FC7DBFC4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98337" y="5299076"/>
                <a:ext cx="12700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47" name="Oval 2737">
                <a:extLst>
                  <a:ext uri="{FF2B5EF4-FFF2-40B4-BE49-F238E27FC236}">
                    <a16:creationId xmlns:a16="http://schemas.microsoft.com/office/drawing/2014/main" id="{D6900D33-6E9F-8B98-C271-A92AE3091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55500" y="5299076"/>
                <a:ext cx="9525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48" name="Oval 2738">
                <a:extLst>
                  <a:ext uri="{FF2B5EF4-FFF2-40B4-BE49-F238E27FC236}">
                    <a16:creationId xmlns:a16="http://schemas.microsoft.com/office/drawing/2014/main" id="{2B7968AB-FF37-310B-EC03-EBFB0451DA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09487" y="5299076"/>
                <a:ext cx="9525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49" name="Oval 2739">
                <a:extLst>
                  <a:ext uri="{FF2B5EF4-FFF2-40B4-BE49-F238E27FC236}">
                    <a16:creationId xmlns:a16="http://schemas.microsoft.com/office/drawing/2014/main" id="{FC5ABA42-995D-B8FC-E8B6-FA45B289D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5062" y="5299076"/>
                <a:ext cx="7938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50" name="Oval 2740">
                <a:extLst>
                  <a:ext uri="{FF2B5EF4-FFF2-40B4-BE49-F238E27FC236}">
                    <a16:creationId xmlns:a16="http://schemas.microsoft.com/office/drawing/2014/main" id="{8B359D42-96C2-A988-2730-2E9ED450AE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22225" y="5299076"/>
                <a:ext cx="4763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51" name="Oval 2741">
                <a:extLst>
                  <a:ext uri="{FF2B5EF4-FFF2-40B4-BE49-F238E27FC236}">
                    <a16:creationId xmlns:a16="http://schemas.microsoft.com/office/drawing/2014/main" id="{D5D31D65-D58E-2514-F13A-414E161EA0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6212" y="5299076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52" name="Oval 2742">
                <a:extLst>
                  <a:ext uri="{FF2B5EF4-FFF2-40B4-BE49-F238E27FC236}">
                    <a16:creationId xmlns:a16="http://schemas.microsoft.com/office/drawing/2014/main" id="{657728D1-CDDB-2970-A92A-EB251FDF2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33375" y="5299076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53" name="Oval 2743">
                <a:extLst>
                  <a:ext uri="{FF2B5EF4-FFF2-40B4-BE49-F238E27FC236}">
                    <a16:creationId xmlns:a16="http://schemas.microsoft.com/office/drawing/2014/main" id="{C2CF9596-9B8F-F98B-F2E6-A81BC54AB9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7362" y="5299076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54" name="Oval 2744">
                <a:extLst>
                  <a:ext uri="{FF2B5EF4-FFF2-40B4-BE49-F238E27FC236}">
                    <a16:creationId xmlns:a16="http://schemas.microsoft.com/office/drawing/2014/main" id="{CCB42629-1988-52E8-2963-F258F1F946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41350" y="5302251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55" name="Oval 2745">
                <a:extLst>
                  <a:ext uri="{FF2B5EF4-FFF2-40B4-BE49-F238E27FC236}">
                    <a16:creationId xmlns:a16="http://schemas.microsoft.com/office/drawing/2014/main" id="{381A45DC-94AE-B951-0EFB-111E37112C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00100" y="53022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56" name="Oval 2746">
                <a:extLst>
                  <a:ext uri="{FF2B5EF4-FFF2-40B4-BE49-F238E27FC236}">
                    <a16:creationId xmlns:a16="http://schemas.microsoft.com/office/drawing/2014/main" id="{344D20B0-6FEF-9DC3-9E57-3E3322FD81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4087" y="53022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57" name="Oval 2747">
                <a:extLst>
                  <a:ext uri="{FF2B5EF4-FFF2-40B4-BE49-F238E27FC236}">
                    <a16:creationId xmlns:a16="http://schemas.microsoft.com/office/drawing/2014/main" id="{85755860-98FE-220C-DA44-49F38FA978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08075" y="53022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58" name="Freeform 2748">
                <a:extLst>
                  <a:ext uri="{FF2B5EF4-FFF2-40B4-BE49-F238E27FC236}">
                    <a16:creationId xmlns:a16="http://schemas.microsoft.com/office/drawing/2014/main" id="{EFE7083F-3C15-62EF-9581-0D30EA7313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65237" y="530225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59" name="Oval 2784">
                <a:extLst>
                  <a:ext uri="{FF2B5EF4-FFF2-40B4-BE49-F238E27FC236}">
                    <a16:creationId xmlns:a16="http://schemas.microsoft.com/office/drawing/2014/main" id="{E4A04A23-9147-5078-A55F-C1967D365F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16862" y="5456238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60" name="Oval 2785">
                <a:extLst>
                  <a:ext uri="{FF2B5EF4-FFF2-40B4-BE49-F238E27FC236}">
                    <a16:creationId xmlns:a16="http://schemas.microsoft.com/office/drawing/2014/main" id="{5463861F-C54B-5248-8BD6-2C4D8876CA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0850" y="5456238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61" name="Oval 2786">
                <a:extLst>
                  <a:ext uri="{FF2B5EF4-FFF2-40B4-BE49-F238E27FC236}">
                    <a16:creationId xmlns:a16="http://schemas.microsoft.com/office/drawing/2014/main" id="{6F65C685-D36A-ED6E-3EF2-C67579E037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21662" y="5453063"/>
                <a:ext cx="12700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62" name="Oval 2787">
                <a:extLst>
                  <a:ext uri="{FF2B5EF4-FFF2-40B4-BE49-F238E27FC236}">
                    <a16:creationId xmlns:a16="http://schemas.microsoft.com/office/drawing/2014/main" id="{DF3AC6ED-BE03-1825-34FC-58831E9F90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72475" y="5449888"/>
                <a:ext cx="19050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63" name="Oval 2788">
                <a:extLst>
                  <a:ext uri="{FF2B5EF4-FFF2-40B4-BE49-F238E27FC236}">
                    <a16:creationId xmlns:a16="http://schemas.microsoft.com/office/drawing/2014/main" id="{7738ACD3-30C2-C9B1-DABA-6B8D88653A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24875" y="5446713"/>
                <a:ext cx="23813" cy="22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64" name="Oval 2789">
                <a:extLst>
                  <a:ext uri="{FF2B5EF4-FFF2-40B4-BE49-F238E27FC236}">
                    <a16:creationId xmlns:a16="http://schemas.microsoft.com/office/drawing/2014/main" id="{175970A2-2051-2F37-79CE-2703BD0C06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78862" y="5443538"/>
                <a:ext cx="30163" cy="285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65" name="Oval 2790">
                <a:extLst>
                  <a:ext uri="{FF2B5EF4-FFF2-40B4-BE49-F238E27FC236}">
                    <a16:creationId xmlns:a16="http://schemas.microsoft.com/office/drawing/2014/main" id="{34A1028F-3FD9-1299-0669-73837A0CE4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29675" y="5440363"/>
                <a:ext cx="36513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66" name="Oval 2791">
                <a:extLst>
                  <a:ext uri="{FF2B5EF4-FFF2-40B4-BE49-F238E27FC236}">
                    <a16:creationId xmlns:a16="http://schemas.microsoft.com/office/drawing/2014/main" id="{BFDF2457-0E6A-21E5-9B95-E61228867F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83662" y="5438776"/>
                <a:ext cx="36513" cy="381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67" name="Oval 2792">
                <a:extLst>
                  <a:ext uri="{FF2B5EF4-FFF2-40B4-BE49-F238E27FC236}">
                    <a16:creationId xmlns:a16="http://schemas.microsoft.com/office/drawing/2014/main" id="{C7A508DA-31FE-380C-4FEB-80088AAA4D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39237" y="5438776"/>
                <a:ext cx="38100" cy="381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68" name="Oval 2793">
                <a:extLst>
                  <a:ext uri="{FF2B5EF4-FFF2-40B4-BE49-F238E27FC236}">
                    <a16:creationId xmlns:a16="http://schemas.microsoft.com/office/drawing/2014/main" id="{CAD0293F-1078-CDBD-C8ED-1FB9F4FBC3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3225" y="5438776"/>
                <a:ext cx="39688" cy="381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69" name="Oval 2794">
                <a:extLst>
                  <a:ext uri="{FF2B5EF4-FFF2-40B4-BE49-F238E27FC236}">
                    <a16:creationId xmlns:a16="http://schemas.microsoft.com/office/drawing/2014/main" id="{CC23AA49-80CE-C0C4-8740-AAE8FA4545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0387" y="5438776"/>
                <a:ext cx="36513" cy="381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70" name="Oval 2795">
                <a:extLst>
                  <a:ext uri="{FF2B5EF4-FFF2-40B4-BE49-F238E27FC236}">
                    <a16:creationId xmlns:a16="http://schemas.microsoft.com/office/drawing/2014/main" id="{AA502C22-904B-F186-2004-A0AACAA372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04375" y="5440363"/>
                <a:ext cx="36513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71" name="Oval 2796">
                <a:extLst>
                  <a:ext uri="{FF2B5EF4-FFF2-40B4-BE49-F238E27FC236}">
                    <a16:creationId xmlns:a16="http://schemas.microsoft.com/office/drawing/2014/main" id="{C22B5950-77C3-52BA-DA87-6389ED5C18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61537" y="5440363"/>
                <a:ext cx="33338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72" name="Oval 2797">
                <a:extLst>
                  <a:ext uri="{FF2B5EF4-FFF2-40B4-BE49-F238E27FC236}">
                    <a16:creationId xmlns:a16="http://schemas.microsoft.com/office/drawing/2014/main" id="{370E5E9A-B653-4686-3488-49EF184BD2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17112" y="5440363"/>
                <a:ext cx="33338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73" name="Oval 2798">
                <a:extLst>
                  <a:ext uri="{FF2B5EF4-FFF2-40B4-BE49-F238E27FC236}">
                    <a16:creationId xmlns:a16="http://schemas.microsoft.com/office/drawing/2014/main" id="{19517647-410E-BCF8-7BED-A10D8FD918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74275" y="5443538"/>
                <a:ext cx="30163" cy="285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74" name="Oval 2799">
                <a:extLst>
                  <a:ext uri="{FF2B5EF4-FFF2-40B4-BE49-F238E27FC236}">
                    <a16:creationId xmlns:a16="http://schemas.microsoft.com/office/drawing/2014/main" id="{D505357F-FC55-4CFF-890D-CD9983A01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31437" y="5443538"/>
                <a:ext cx="23813" cy="285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75" name="Oval 2800">
                <a:extLst>
                  <a:ext uri="{FF2B5EF4-FFF2-40B4-BE49-F238E27FC236}">
                    <a16:creationId xmlns:a16="http://schemas.microsoft.com/office/drawing/2014/main" id="{A7CF1910-E579-F7E7-F5E5-572B720DB5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85425" y="5443538"/>
                <a:ext cx="23813" cy="285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76" name="Oval 2801">
                <a:extLst>
                  <a:ext uri="{FF2B5EF4-FFF2-40B4-BE49-F238E27FC236}">
                    <a16:creationId xmlns:a16="http://schemas.microsoft.com/office/drawing/2014/main" id="{312A64FE-0860-8FE7-5D89-A0920146D0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42587" y="5446713"/>
                <a:ext cx="23813" cy="22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77" name="Oval 2802">
                <a:extLst>
                  <a:ext uri="{FF2B5EF4-FFF2-40B4-BE49-F238E27FC236}">
                    <a16:creationId xmlns:a16="http://schemas.microsoft.com/office/drawing/2014/main" id="{C3154631-E97C-5EA7-F46A-CCBEB3E4FE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6575" y="5446713"/>
                <a:ext cx="25400" cy="22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78" name="Oval 2803">
                <a:extLst>
                  <a:ext uri="{FF2B5EF4-FFF2-40B4-BE49-F238E27FC236}">
                    <a16:creationId xmlns:a16="http://schemas.microsoft.com/office/drawing/2014/main" id="{395F949D-8D44-CF63-8173-53E6ACF435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55325" y="5446713"/>
                <a:ext cx="17463" cy="22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79" name="Oval 2804">
                <a:extLst>
                  <a:ext uri="{FF2B5EF4-FFF2-40B4-BE49-F238E27FC236}">
                    <a16:creationId xmlns:a16="http://schemas.microsoft.com/office/drawing/2014/main" id="{7863ACC9-0615-8AA4-E735-15F74AFDDC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09312" y="5446713"/>
                <a:ext cx="17463" cy="22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80" name="Oval 2805">
                <a:extLst>
                  <a:ext uri="{FF2B5EF4-FFF2-40B4-BE49-F238E27FC236}">
                    <a16:creationId xmlns:a16="http://schemas.microsoft.com/office/drawing/2014/main" id="{75163D73-BC48-D551-2F0E-9041858792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66475" y="5449888"/>
                <a:ext cx="17463" cy="190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81" name="Oval 2806">
                <a:extLst>
                  <a:ext uri="{FF2B5EF4-FFF2-40B4-BE49-F238E27FC236}">
                    <a16:creationId xmlns:a16="http://schemas.microsoft.com/office/drawing/2014/main" id="{9419A834-1B26-0C2C-A12E-E5A93F6327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20462" y="5449888"/>
                <a:ext cx="19050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82" name="Oval 2807">
                <a:extLst>
                  <a:ext uri="{FF2B5EF4-FFF2-40B4-BE49-F238E27FC236}">
                    <a16:creationId xmlns:a16="http://schemas.microsoft.com/office/drawing/2014/main" id="{F791FDF7-3040-CEAA-269F-D9600690DA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74450" y="5449888"/>
                <a:ext cx="19050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83" name="Oval 2808">
                <a:extLst>
                  <a:ext uri="{FF2B5EF4-FFF2-40B4-BE49-F238E27FC236}">
                    <a16:creationId xmlns:a16="http://schemas.microsoft.com/office/drawing/2014/main" id="{ED0776CC-4DF0-A2DE-CDF7-CAB9972F15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1612" y="5449888"/>
                <a:ext cx="15875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84" name="Oval 2809">
                <a:extLst>
                  <a:ext uri="{FF2B5EF4-FFF2-40B4-BE49-F238E27FC236}">
                    <a16:creationId xmlns:a16="http://schemas.microsoft.com/office/drawing/2014/main" id="{F739F354-F7B4-D7D4-E628-17DD7035AE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87187" y="5449888"/>
                <a:ext cx="14288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85" name="Oval 2810">
                <a:extLst>
                  <a:ext uri="{FF2B5EF4-FFF2-40B4-BE49-F238E27FC236}">
                    <a16:creationId xmlns:a16="http://schemas.microsoft.com/office/drawing/2014/main" id="{56A4D0C4-3134-0A80-635E-C4695BC2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44350" y="5449888"/>
                <a:ext cx="11113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86" name="Oval 2811">
                <a:extLst>
                  <a:ext uri="{FF2B5EF4-FFF2-40B4-BE49-F238E27FC236}">
                    <a16:creationId xmlns:a16="http://schemas.microsoft.com/office/drawing/2014/main" id="{6204A8A4-79C9-63CE-4CB4-0E0DEECA7D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98337" y="5449888"/>
                <a:ext cx="12700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87" name="Oval 2812">
                <a:extLst>
                  <a:ext uri="{FF2B5EF4-FFF2-40B4-BE49-F238E27FC236}">
                    <a16:creationId xmlns:a16="http://schemas.microsoft.com/office/drawing/2014/main" id="{5874916B-8C05-A34B-E051-CCC44DF102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52325" y="5449888"/>
                <a:ext cx="12700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88" name="Oval 2813">
                <a:extLst>
                  <a:ext uri="{FF2B5EF4-FFF2-40B4-BE49-F238E27FC236}">
                    <a16:creationId xmlns:a16="http://schemas.microsoft.com/office/drawing/2014/main" id="{25939334-88B4-C176-5D66-1E055268F2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09487" y="5453063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89" name="Oval 2814">
                <a:extLst>
                  <a:ext uri="{FF2B5EF4-FFF2-40B4-BE49-F238E27FC236}">
                    <a16:creationId xmlns:a16="http://schemas.microsoft.com/office/drawing/2014/main" id="{1A5C7803-D2B8-D84C-DBFA-79E0ED7C98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5062" y="5453063"/>
                <a:ext cx="7938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90" name="Oval 2815">
                <a:extLst>
                  <a:ext uri="{FF2B5EF4-FFF2-40B4-BE49-F238E27FC236}">
                    <a16:creationId xmlns:a16="http://schemas.microsoft.com/office/drawing/2014/main" id="{9CAF1F85-F8B7-1948-409C-4F87EDE153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19050" y="5453063"/>
                <a:ext cx="11113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91" name="Oval 2816">
                <a:extLst>
                  <a:ext uri="{FF2B5EF4-FFF2-40B4-BE49-F238E27FC236}">
                    <a16:creationId xmlns:a16="http://schemas.microsoft.com/office/drawing/2014/main" id="{97D3C7D1-9A0F-0ADC-B58D-4B193B2530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6212" y="5453063"/>
                <a:ext cx="9525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92" name="Oval 2817">
                <a:extLst>
                  <a:ext uri="{FF2B5EF4-FFF2-40B4-BE49-F238E27FC236}">
                    <a16:creationId xmlns:a16="http://schemas.microsoft.com/office/drawing/2014/main" id="{1FAB19F8-11D7-98F6-CDF1-2BE5D9860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30200" y="5453063"/>
                <a:ext cx="9525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1707A79A-7A5C-2502-108A-66B4DD2B5C53}"/>
                </a:ext>
              </a:extLst>
            </p:cNvPr>
            <p:cNvGrpSpPr/>
            <p:nvPr/>
          </p:nvGrpSpPr>
          <p:grpSpPr>
            <a:xfrm>
              <a:off x="-193993" y="6471508"/>
              <a:ext cx="6049963" cy="387350"/>
              <a:chOff x="7761287" y="5889626"/>
              <a:chExt cx="6049963" cy="387350"/>
            </a:xfrm>
            <a:solidFill>
              <a:srgbClr val="055686"/>
            </a:solidFill>
          </p:grpSpPr>
          <p:sp>
            <p:nvSpPr>
              <p:cNvPr id="11" name="Oval 3020">
                <a:extLst>
                  <a:ext uri="{FF2B5EF4-FFF2-40B4-BE49-F238E27FC236}">
                    <a16:creationId xmlns:a16="http://schemas.microsoft.com/office/drawing/2014/main" id="{4817A727-B536-F19B-12DE-A3174F5FB8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6537" y="5889626"/>
                <a:ext cx="63500" cy="666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Oval 3021">
                <a:extLst>
                  <a:ext uri="{FF2B5EF4-FFF2-40B4-BE49-F238E27FC236}">
                    <a16:creationId xmlns:a16="http://schemas.microsoft.com/office/drawing/2014/main" id="{79559B72-5786-025F-09B7-32D177C63A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80525" y="5892801"/>
                <a:ext cx="63500" cy="635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Oval 3022">
                <a:extLst>
                  <a:ext uri="{FF2B5EF4-FFF2-40B4-BE49-F238E27FC236}">
                    <a16:creationId xmlns:a16="http://schemas.microsoft.com/office/drawing/2014/main" id="{751AEA0D-06C4-9B12-2027-AFB9A7C609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37687" y="5892801"/>
                <a:ext cx="61913" cy="603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Oval 3023">
                <a:extLst>
                  <a:ext uri="{FF2B5EF4-FFF2-40B4-BE49-F238E27FC236}">
                    <a16:creationId xmlns:a16="http://schemas.microsoft.com/office/drawing/2014/main" id="{06F1E7E1-864E-F03B-2AA9-26C99C6086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93262" y="5895976"/>
                <a:ext cx="60325" cy="571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Oval 3024">
                <a:extLst>
                  <a:ext uri="{FF2B5EF4-FFF2-40B4-BE49-F238E27FC236}">
                    <a16:creationId xmlns:a16="http://schemas.microsoft.com/office/drawing/2014/main" id="{9C29CD42-6B23-4B2E-7724-A845476A4E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50425" y="5895976"/>
                <a:ext cx="53975" cy="539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Oval 3025">
                <a:extLst>
                  <a:ext uri="{FF2B5EF4-FFF2-40B4-BE49-F238E27FC236}">
                    <a16:creationId xmlns:a16="http://schemas.microsoft.com/office/drawing/2014/main" id="{F62B356E-56AA-D42D-A375-3C99F06FDF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7587" y="5899151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Oval 3026">
                <a:extLst>
                  <a:ext uri="{FF2B5EF4-FFF2-40B4-BE49-F238E27FC236}">
                    <a16:creationId xmlns:a16="http://schemas.microsoft.com/office/drawing/2014/main" id="{2215685C-8A7A-F4DC-90C4-A93043C2F7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4750" y="5899151"/>
                <a:ext cx="47625" cy="476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Oval 3027">
                <a:extLst>
                  <a:ext uri="{FF2B5EF4-FFF2-40B4-BE49-F238E27FC236}">
                    <a16:creationId xmlns:a16="http://schemas.microsoft.com/office/drawing/2014/main" id="{C82AD9CF-647A-0078-43CC-D8E5DDF61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21912" y="5902326"/>
                <a:ext cx="46038" cy="444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9" name="Oval 3028">
                <a:extLst>
                  <a:ext uri="{FF2B5EF4-FFF2-40B4-BE49-F238E27FC236}">
                    <a16:creationId xmlns:a16="http://schemas.microsoft.com/office/drawing/2014/main" id="{01AC9079-EA96-F7D0-6DEA-A513C59CEB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75900" y="5902326"/>
                <a:ext cx="42863" cy="412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Oval 3029">
                <a:extLst>
                  <a:ext uri="{FF2B5EF4-FFF2-40B4-BE49-F238E27FC236}">
                    <a16:creationId xmlns:a16="http://schemas.microsoft.com/office/drawing/2014/main" id="{43752BF0-2DE8-7C4B-34ED-082173E259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33062" y="5903913"/>
                <a:ext cx="39688" cy="396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Oval 3030">
                <a:extLst>
                  <a:ext uri="{FF2B5EF4-FFF2-40B4-BE49-F238E27FC236}">
                    <a16:creationId xmlns:a16="http://schemas.microsoft.com/office/drawing/2014/main" id="{DC138715-CFF3-53E9-9115-2DFE42F941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88637" y="5903913"/>
                <a:ext cx="38100" cy="396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Oval 3031">
                <a:extLst>
                  <a:ext uri="{FF2B5EF4-FFF2-40B4-BE49-F238E27FC236}">
                    <a16:creationId xmlns:a16="http://schemas.microsoft.com/office/drawing/2014/main" id="{26B5177C-BFB6-BFED-C092-E15E84455D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45800" y="5903913"/>
                <a:ext cx="36513" cy="365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Oval 3032">
                <a:extLst>
                  <a:ext uri="{FF2B5EF4-FFF2-40B4-BE49-F238E27FC236}">
                    <a16:creationId xmlns:a16="http://schemas.microsoft.com/office/drawing/2014/main" id="{F2FAA0F7-B299-BDD1-A265-E4BE113031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02962" y="5907088"/>
                <a:ext cx="33338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Oval 3033">
                <a:extLst>
                  <a:ext uri="{FF2B5EF4-FFF2-40B4-BE49-F238E27FC236}">
                    <a16:creationId xmlns:a16="http://schemas.microsoft.com/office/drawing/2014/main" id="{5695FB8B-2389-4F87-958E-9566FEC0D5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56950" y="5907088"/>
                <a:ext cx="33338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Oval 3034">
                <a:extLst>
                  <a:ext uri="{FF2B5EF4-FFF2-40B4-BE49-F238E27FC236}">
                    <a16:creationId xmlns:a16="http://schemas.microsoft.com/office/drawing/2014/main" id="{76C8302A-E7B7-8DB3-2F19-57841C945D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14112" y="5907088"/>
                <a:ext cx="30163" cy="301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Oval 3035">
                <a:extLst>
                  <a:ext uri="{FF2B5EF4-FFF2-40B4-BE49-F238E27FC236}">
                    <a16:creationId xmlns:a16="http://schemas.microsoft.com/office/drawing/2014/main" id="{97EBC115-0CFE-6145-D5FA-622047557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68100" y="5907088"/>
                <a:ext cx="31750" cy="301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Oval 3036">
                <a:extLst>
                  <a:ext uri="{FF2B5EF4-FFF2-40B4-BE49-F238E27FC236}">
                    <a16:creationId xmlns:a16="http://schemas.microsoft.com/office/drawing/2014/main" id="{FFDA9529-8DDC-4EE5-13C0-F05314585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26850" y="5910263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Oval 3037">
                <a:extLst>
                  <a:ext uri="{FF2B5EF4-FFF2-40B4-BE49-F238E27FC236}">
                    <a16:creationId xmlns:a16="http://schemas.microsoft.com/office/drawing/2014/main" id="{40D8F6BC-BF92-E575-68AB-76F8FFC35D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80837" y="5910263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Oval 3038">
                <a:extLst>
                  <a:ext uri="{FF2B5EF4-FFF2-40B4-BE49-F238E27FC236}">
                    <a16:creationId xmlns:a16="http://schemas.microsoft.com/office/drawing/2014/main" id="{9E1416FC-313F-0E58-8E59-C2B406D7F6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38000" y="5910263"/>
                <a:ext cx="23813" cy="254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Oval 3039">
                <a:extLst>
                  <a:ext uri="{FF2B5EF4-FFF2-40B4-BE49-F238E27FC236}">
                    <a16:creationId xmlns:a16="http://schemas.microsoft.com/office/drawing/2014/main" id="{50CB4785-C269-396F-764C-662EB895D2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91987" y="5910263"/>
                <a:ext cx="23813" cy="254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1" name="Oval 3040">
                <a:extLst>
                  <a:ext uri="{FF2B5EF4-FFF2-40B4-BE49-F238E27FC236}">
                    <a16:creationId xmlns:a16="http://schemas.microsoft.com/office/drawing/2014/main" id="{C22D8BEB-A95A-9225-98A0-BD3E443C26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49150" y="5913438"/>
                <a:ext cx="22225" cy="22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2" name="Oval 3041">
                <a:extLst>
                  <a:ext uri="{FF2B5EF4-FFF2-40B4-BE49-F238E27FC236}">
                    <a16:creationId xmlns:a16="http://schemas.microsoft.com/office/drawing/2014/main" id="{43BC2E10-A345-B726-0D52-C9036B368E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03137" y="5913438"/>
                <a:ext cx="22225" cy="22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3" name="Oval 3042">
                <a:extLst>
                  <a:ext uri="{FF2B5EF4-FFF2-40B4-BE49-F238E27FC236}">
                    <a16:creationId xmlns:a16="http://schemas.microsoft.com/office/drawing/2014/main" id="{1812DAB9-C752-BB54-DC6E-96A9413B30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1887" y="5913438"/>
                <a:ext cx="17463" cy="190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4" name="Oval 3043">
                <a:extLst>
                  <a:ext uri="{FF2B5EF4-FFF2-40B4-BE49-F238E27FC236}">
                    <a16:creationId xmlns:a16="http://schemas.microsoft.com/office/drawing/2014/main" id="{88A79AD4-FA36-4CCB-A56F-68372077D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15875" y="5916613"/>
                <a:ext cx="17463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5" name="Oval 3044">
                <a:extLst>
                  <a:ext uri="{FF2B5EF4-FFF2-40B4-BE49-F238E27FC236}">
                    <a16:creationId xmlns:a16="http://schemas.microsoft.com/office/drawing/2014/main" id="{0CDCBDDB-A5E6-F59E-9E73-D34065FDA2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3037" y="5916613"/>
                <a:ext cx="14288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6" name="Oval 3045">
                <a:extLst>
                  <a:ext uri="{FF2B5EF4-FFF2-40B4-BE49-F238E27FC236}">
                    <a16:creationId xmlns:a16="http://schemas.microsoft.com/office/drawing/2014/main" id="{A9F18BF1-C049-5CDF-6922-DE60676C2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27025" y="5916613"/>
                <a:ext cx="15875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7" name="Oval 3046">
                <a:extLst>
                  <a:ext uri="{FF2B5EF4-FFF2-40B4-BE49-F238E27FC236}">
                    <a16:creationId xmlns:a16="http://schemas.microsoft.com/office/drawing/2014/main" id="{5FE9BE42-89F2-FBBD-77CA-56C71ECF0D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4187" y="5916613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8" name="Oval 3047">
                <a:extLst>
                  <a:ext uri="{FF2B5EF4-FFF2-40B4-BE49-F238E27FC236}">
                    <a16:creationId xmlns:a16="http://schemas.microsoft.com/office/drawing/2014/main" id="{37DA9C71-DB23-8283-3E68-BEB4B4CC04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39762" y="5919788"/>
                <a:ext cx="11113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39" name="Oval 3048">
                <a:extLst>
                  <a:ext uri="{FF2B5EF4-FFF2-40B4-BE49-F238E27FC236}">
                    <a16:creationId xmlns:a16="http://schemas.microsoft.com/office/drawing/2014/main" id="{8D565419-18B9-1492-C783-38C6F2196D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6925" y="5919788"/>
                <a:ext cx="4763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0" name="Oval 3049">
                <a:extLst>
                  <a:ext uri="{FF2B5EF4-FFF2-40B4-BE49-F238E27FC236}">
                    <a16:creationId xmlns:a16="http://schemas.microsoft.com/office/drawing/2014/main" id="{841AEB8F-6219-DFF5-536F-E51C16B7F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4087" y="5922963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1" name="Oval 3050">
                <a:extLst>
                  <a:ext uri="{FF2B5EF4-FFF2-40B4-BE49-F238E27FC236}">
                    <a16:creationId xmlns:a16="http://schemas.microsoft.com/office/drawing/2014/main" id="{FBC34CB8-B172-D692-7A05-458BE31E90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08075" y="5922963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2" name="Freeform 3086">
                <a:extLst>
                  <a:ext uri="{FF2B5EF4-FFF2-40B4-BE49-F238E27FC236}">
                    <a16:creationId xmlns:a16="http://schemas.microsoft.com/office/drawing/2014/main" id="{855096A1-1D32-6C80-9641-F8C2AC864F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61287" y="6076951"/>
                <a:ext cx="0" cy="3175"/>
              </a:xfrm>
              <a:custGeom>
                <a:avLst/>
                <a:gdLst>
                  <a:gd name="T0" fmla="*/ 2 h 2"/>
                  <a:gd name="T1" fmla="*/ 2 h 2"/>
                  <a:gd name="T2" fmla="*/ 0 h 2"/>
                  <a:gd name="T3" fmla="*/ 2 h 2"/>
                  <a:gd name="T4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3" name="Oval 3087">
                <a:extLst>
                  <a:ext uri="{FF2B5EF4-FFF2-40B4-BE49-F238E27FC236}">
                    <a16:creationId xmlns:a16="http://schemas.microsoft.com/office/drawing/2014/main" id="{0FA8E47D-560C-18D7-472D-3E4A1ADEA8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16862" y="60769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4" name="Oval 3088">
                <a:extLst>
                  <a:ext uri="{FF2B5EF4-FFF2-40B4-BE49-F238E27FC236}">
                    <a16:creationId xmlns:a16="http://schemas.microsoft.com/office/drawing/2014/main" id="{1BD32A1A-0C97-A0B3-9967-21C5C4177A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67675" y="6073776"/>
                <a:ext cx="9525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5" name="Oval 3089">
                <a:extLst>
                  <a:ext uri="{FF2B5EF4-FFF2-40B4-BE49-F238E27FC236}">
                    <a16:creationId xmlns:a16="http://schemas.microsoft.com/office/drawing/2014/main" id="{2579077A-86C5-232E-F12C-F6F74A340D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15312" y="6069013"/>
                <a:ext cx="25400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6" name="Oval 3090">
                <a:extLst>
                  <a:ext uri="{FF2B5EF4-FFF2-40B4-BE49-F238E27FC236}">
                    <a16:creationId xmlns:a16="http://schemas.microsoft.com/office/drawing/2014/main" id="{58B6F3F2-CC20-EC38-3EDD-25D863E9B4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64537" y="6062663"/>
                <a:ext cx="36513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7" name="Oval 3091">
                <a:extLst>
                  <a:ext uri="{FF2B5EF4-FFF2-40B4-BE49-F238E27FC236}">
                    <a16:creationId xmlns:a16="http://schemas.microsoft.com/office/drawing/2014/main" id="{A37CA3A7-767B-B4B7-BB4B-705F6BE648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15350" y="6056313"/>
                <a:ext cx="46038" cy="460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8" name="Oval 3092">
                <a:extLst>
                  <a:ext uri="{FF2B5EF4-FFF2-40B4-BE49-F238E27FC236}">
                    <a16:creationId xmlns:a16="http://schemas.microsoft.com/office/drawing/2014/main" id="{7FB3C6BD-4E5B-9E9D-B144-2945FC4EB2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62987" y="6049963"/>
                <a:ext cx="58738" cy="571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9" name="Oval 3093">
                <a:extLst>
                  <a:ext uri="{FF2B5EF4-FFF2-40B4-BE49-F238E27FC236}">
                    <a16:creationId xmlns:a16="http://schemas.microsoft.com/office/drawing/2014/main" id="{FAFCE315-BBF9-D742-60A1-9FB76C3242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15387" y="6043613"/>
                <a:ext cx="66675" cy="698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0" name="Oval 3094">
                <a:extLst>
                  <a:ext uri="{FF2B5EF4-FFF2-40B4-BE49-F238E27FC236}">
                    <a16:creationId xmlns:a16="http://schemas.microsoft.com/office/drawing/2014/main" id="{D62DD91A-FEC4-A810-D302-D25CFFD6C6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66200" y="6040438"/>
                <a:ext cx="73025" cy="762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1" name="Oval 3095">
                <a:extLst>
                  <a:ext uri="{FF2B5EF4-FFF2-40B4-BE49-F238E27FC236}">
                    <a16:creationId xmlns:a16="http://schemas.microsoft.com/office/drawing/2014/main" id="{FE34B521-2D33-3D62-D4AC-D7A857EFD5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0187" y="6040438"/>
                <a:ext cx="76200" cy="762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2" name="Oval 3096">
                <a:extLst>
                  <a:ext uri="{FF2B5EF4-FFF2-40B4-BE49-F238E27FC236}">
                    <a16:creationId xmlns:a16="http://schemas.microsoft.com/office/drawing/2014/main" id="{B0A04856-688D-1E1C-E093-C377F28773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74175" y="6040438"/>
                <a:ext cx="76200" cy="762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3" name="Oval 3097">
                <a:extLst>
                  <a:ext uri="{FF2B5EF4-FFF2-40B4-BE49-F238E27FC236}">
                    <a16:creationId xmlns:a16="http://schemas.microsoft.com/office/drawing/2014/main" id="{63C71531-1FCB-F736-54E6-4483E4C6E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32925" y="6043613"/>
                <a:ext cx="68263" cy="698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4" name="Oval 3098">
                <a:extLst>
                  <a:ext uri="{FF2B5EF4-FFF2-40B4-BE49-F238E27FC236}">
                    <a16:creationId xmlns:a16="http://schemas.microsoft.com/office/drawing/2014/main" id="{0747D106-99FB-97E7-CEEF-652F4850E7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90087" y="6043613"/>
                <a:ext cx="66675" cy="698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5" name="Oval 3099">
                <a:extLst>
                  <a:ext uri="{FF2B5EF4-FFF2-40B4-BE49-F238E27FC236}">
                    <a16:creationId xmlns:a16="http://schemas.microsoft.com/office/drawing/2014/main" id="{37367886-60A2-06B4-5943-47ABC11CB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47250" y="6046788"/>
                <a:ext cx="63500" cy="635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6" name="Oval 3100">
                <a:extLst>
                  <a:ext uri="{FF2B5EF4-FFF2-40B4-BE49-F238E27FC236}">
                    <a16:creationId xmlns:a16="http://schemas.microsoft.com/office/drawing/2014/main" id="{C9F96CF3-94B6-DA56-3949-CCEF6CAA7E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4412" y="6049963"/>
                <a:ext cx="57150" cy="571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7" name="Oval 3101">
                <a:extLst>
                  <a:ext uri="{FF2B5EF4-FFF2-40B4-BE49-F238E27FC236}">
                    <a16:creationId xmlns:a16="http://schemas.microsoft.com/office/drawing/2014/main" id="{C1D46E4B-F15B-F1D0-CB13-BB52291B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1575" y="6049963"/>
                <a:ext cx="53975" cy="571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8" name="Oval 3102">
                <a:extLst>
                  <a:ext uri="{FF2B5EF4-FFF2-40B4-BE49-F238E27FC236}">
                    <a16:creationId xmlns:a16="http://schemas.microsoft.com/office/drawing/2014/main" id="{04118F60-14B7-7A58-F1E5-46BEE07A6F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15562" y="6053138"/>
                <a:ext cx="55563" cy="508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9" name="Oval 3103">
                <a:extLst>
                  <a:ext uri="{FF2B5EF4-FFF2-40B4-BE49-F238E27FC236}">
                    <a16:creationId xmlns:a16="http://schemas.microsoft.com/office/drawing/2014/main" id="{756649D4-5ADB-874A-9139-BC2128969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72725" y="6053138"/>
                <a:ext cx="49213" cy="508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0" name="Oval 3104">
                <a:extLst>
                  <a:ext uri="{FF2B5EF4-FFF2-40B4-BE49-F238E27FC236}">
                    <a16:creationId xmlns:a16="http://schemas.microsoft.com/office/drawing/2014/main" id="{0B72F9CF-8EA7-8DCB-7253-6428623E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31475" y="6056313"/>
                <a:ext cx="44450" cy="460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1" name="Oval 3105">
                <a:extLst>
                  <a:ext uri="{FF2B5EF4-FFF2-40B4-BE49-F238E27FC236}">
                    <a16:creationId xmlns:a16="http://schemas.microsoft.com/office/drawing/2014/main" id="{479B63EF-61BD-FBAD-52B8-E562291D4B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85462" y="6056313"/>
                <a:ext cx="44450" cy="460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2" name="Oval 3106">
                <a:extLst>
                  <a:ext uri="{FF2B5EF4-FFF2-40B4-BE49-F238E27FC236}">
                    <a16:creationId xmlns:a16="http://schemas.microsoft.com/office/drawing/2014/main" id="{2C8E85E8-D0EF-0F6D-D84D-432FD9ECE6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42625" y="6059488"/>
                <a:ext cx="42863" cy="396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3" name="Oval 3107">
                <a:extLst>
                  <a:ext uri="{FF2B5EF4-FFF2-40B4-BE49-F238E27FC236}">
                    <a16:creationId xmlns:a16="http://schemas.microsoft.com/office/drawing/2014/main" id="{1710D917-E418-FA13-FB22-76A9A82A9C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99787" y="6059488"/>
                <a:ext cx="39688" cy="396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4" name="Oval 3108">
                <a:extLst>
                  <a:ext uri="{FF2B5EF4-FFF2-40B4-BE49-F238E27FC236}">
                    <a16:creationId xmlns:a16="http://schemas.microsoft.com/office/drawing/2014/main" id="{97A959BC-4450-7F40-1BFE-FDCB12F450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53775" y="6059488"/>
                <a:ext cx="39688" cy="396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5" name="Oval 3109">
                <a:extLst>
                  <a:ext uri="{FF2B5EF4-FFF2-40B4-BE49-F238E27FC236}">
                    <a16:creationId xmlns:a16="http://schemas.microsoft.com/office/drawing/2014/main" id="{7697FB11-58FB-70A7-74D8-9AF7811F55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10937" y="6062663"/>
                <a:ext cx="36513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6" name="Oval 3110">
                <a:extLst>
                  <a:ext uri="{FF2B5EF4-FFF2-40B4-BE49-F238E27FC236}">
                    <a16:creationId xmlns:a16="http://schemas.microsoft.com/office/drawing/2014/main" id="{2A61608E-BD5E-CE7C-4AE1-17CE6F9622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68100" y="6062663"/>
                <a:ext cx="33338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7" name="Oval 3111">
                <a:extLst>
                  <a:ext uri="{FF2B5EF4-FFF2-40B4-BE49-F238E27FC236}">
                    <a16:creationId xmlns:a16="http://schemas.microsoft.com/office/drawing/2014/main" id="{986ABFB8-6523-7E7C-34AA-FC3E5D653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23675" y="6062663"/>
                <a:ext cx="33338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8" name="Oval 3112">
                <a:extLst>
                  <a:ext uri="{FF2B5EF4-FFF2-40B4-BE49-F238E27FC236}">
                    <a16:creationId xmlns:a16="http://schemas.microsoft.com/office/drawing/2014/main" id="{C799CECD-7DFE-F1B6-0B52-F9F115231D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77662" y="6062663"/>
                <a:ext cx="33338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69" name="Oval 3113">
                <a:extLst>
                  <a:ext uri="{FF2B5EF4-FFF2-40B4-BE49-F238E27FC236}">
                    <a16:creationId xmlns:a16="http://schemas.microsoft.com/office/drawing/2014/main" id="{0DCEAC57-2412-910D-BC49-02B9CB2C20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34825" y="6065838"/>
                <a:ext cx="30163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0" name="Oval 3114">
                <a:extLst>
                  <a:ext uri="{FF2B5EF4-FFF2-40B4-BE49-F238E27FC236}">
                    <a16:creationId xmlns:a16="http://schemas.microsoft.com/office/drawing/2014/main" id="{F12AC7B4-5940-4D94-0504-33CD18C752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91987" y="6065838"/>
                <a:ext cx="23813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Oval 3115">
                <a:extLst>
                  <a:ext uri="{FF2B5EF4-FFF2-40B4-BE49-F238E27FC236}">
                    <a16:creationId xmlns:a16="http://schemas.microsoft.com/office/drawing/2014/main" id="{8E57AEB5-C122-6314-7E30-7B227A3786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45975" y="6065838"/>
                <a:ext cx="25400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2" name="Oval 3116">
                <a:extLst>
                  <a:ext uri="{FF2B5EF4-FFF2-40B4-BE49-F238E27FC236}">
                    <a16:creationId xmlns:a16="http://schemas.microsoft.com/office/drawing/2014/main" id="{253E83DE-BD39-87E6-5D26-09E86C430A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03137" y="6069013"/>
                <a:ext cx="22225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3" name="Oval 3117">
                <a:extLst>
                  <a:ext uri="{FF2B5EF4-FFF2-40B4-BE49-F238E27FC236}">
                    <a16:creationId xmlns:a16="http://schemas.microsoft.com/office/drawing/2014/main" id="{E6224800-828D-D389-4E48-41495D65DA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58712" y="6069013"/>
                <a:ext cx="20638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4" name="Oval 3118">
                <a:extLst>
                  <a:ext uri="{FF2B5EF4-FFF2-40B4-BE49-F238E27FC236}">
                    <a16:creationId xmlns:a16="http://schemas.microsoft.com/office/drawing/2014/main" id="{6C0D8FBD-E301-7A60-CB2A-1B70C75087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15875" y="6069013"/>
                <a:ext cx="17463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5" name="Oval 3119">
                <a:extLst>
                  <a:ext uri="{FF2B5EF4-FFF2-40B4-BE49-F238E27FC236}">
                    <a16:creationId xmlns:a16="http://schemas.microsoft.com/office/drawing/2014/main" id="{C1726E86-1D12-A2FB-58CB-C92542C55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3037" y="6070601"/>
                <a:ext cx="14288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6" name="Oval 3120">
                <a:extLst>
                  <a:ext uri="{FF2B5EF4-FFF2-40B4-BE49-F238E27FC236}">
                    <a16:creationId xmlns:a16="http://schemas.microsoft.com/office/drawing/2014/main" id="{5EFAFB4A-67C0-EF35-7800-09BFD1614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27025" y="6070601"/>
                <a:ext cx="15875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" name="Oval 3121">
                <a:extLst>
                  <a:ext uri="{FF2B5EF4-FFF2-40B4-BE49-F238E27FC236}">
                    <a16:creationId xmlns:a16="http://schemas.microsoft.com/office/drawing/2014/main" id="{D075C0FC-A4AC-9745-9877-A8849FCA14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4187" y="6073776"/>
                <a:ext cx="12700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" name="Oval 3122">
                <a:extLst>
                  <a:ext uri="{FF2B5EF4-FFF2-40B4-BE49-F238E27FC236}">
                    <a16:creationId xmlns:a16="http://schemas.microsoft.com/office/drawing/2014/main" id="{AB7564B9-4F9B-2BF2-EDCE-8D7D3E095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39762" y="6073776"/>
                <a:ext cx="11113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9" name="Oval 3123">
                <a:extLst>
                  <a:ext uri="{FF2B5EF4-FFF2-40B4-BE49-F238E27FC236}">
                    <a16:creationId xmlns:a16="http://schemas.microsoft.com/office/drawing/2014/main" id="{A429BE26-9847-E6FD-FA70-87944E25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6925" y="6073776"/>
                <a:ext cx="7938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" name="Oval 3124">
                <a:extLst>
                  <a:ext uri="{FF2B5EF4-FFF2-40B4-BE49-F238E27FC236}">
                    <a16:creationId xmlns:a16="http://schemas.microsoft.com/office/drawing/2014/main" id="{200CA059-26A1-CEC7-95CF-F9843C3776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4087" y="6076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" name="Oval 3125">
                <a:extLst>
                  <a:ext uri="{FF2B5EF4-FFF2-40B4-BE49-F238E27FC236}">
                    <a16:creationId xmlns:a16="http://schemas.microsoft.com/office/drawing/2014/main" id="{0A5B46B6-67C9-E1A2-E43E-AB6EA4C265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08075" y="6076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" name="Rectangle 3161">
                <a:extLst>
                  <a:ext uri="{FF2B5EF4-FFF2-40B4-BE49-F238E27FC236}">
                    <a16:creationId xmlns:a16="http://schemas.microsoft.com/office/drawing/2014/main" id="{B4D41ACA-668D-99AE-7DF1-9F33B0FCFA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61287" y="6235701"/>
                <a:ext cx="1588" cy="15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" name="Oval 3162">
                <a:extLst>
                  <a:ext uri="{FF2B5EF4-FFF2-40B4-BE49-F238E27FC236}">
                    <a16:creationId xmlns:a16="http://schemas.microsoft.com/office/drawing/2014/main" id="{EF764964-88C9-F346-ADA1-B039ACEFAE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16862" y="6232526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" name="Oval 3163">
                <a:extLst>
                  <a:ext uri="{FF2B5EF4-FFF2-40B4-BE49-F238E27FC236}">
                    <a16:creationId xmlns:a16="http://schemas.microsoft.com/office/drawing/2014/main" id="{36B4F7F1-0DD4-A90F-91C5-B6E3626328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64500" y="6229351"/>
                <a:ext cx="15875" cy="111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5" name="Oval 3164">
                <a:extLst>
                  <a:ext uri="{FF2B5EF4-FFF2-40B4-BE49-F238E27FC236}">
                    <a16:creationId xmlns:a16="http://schemas.microsoft.com/office/drawing/2014/main" id="{E73A86A5-6C42-7B17-28D3-5C63A0CCC1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15312" y="6219826"/>
                <a:ext cx="25400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6" name="Oval 3165">
                <a:extLst>
                  <a:ext uri="{FF2B5EF4-FFF2-40B4-BE49-F238E27FC236}">
                    <a16:creationId xmlns:a16="http://schemas.microsoft.com/office/drawing/2014/main" id="{03162CDC-C561-70FC-1DCB-F586366A80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64537" y="6213476"/>
                <a:ext cx="36513" cy="396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" name="Oval 3166">
                <a:extLst>
                  <a:ext uri="{FF2B5EF4-FFF2-40B4-BE49-F238E27FC236}">
                    <a16:creationId xmlns:a16="http://schemas.microsoft.com/office/drawing/2014/main" id="{A8C80BDA-8BA8-37A0-FC6E-FFC000E8DE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12175" y="6207126"/>
                <a:ext cx="52388" cy="523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8" name="Oval 3167">
                <a:extLst>
                  <a:ext uri="{FF2B5EF4-FFF2-40B4-BE49-F238E27FC236}">
                    <a16:creationId xmlns:a16="http://schemas.microsoft.com/office/drawing/2014/main" id="{F3960082-52D8-5B08-7F16-3A34DF00D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61400" y="6202363"/>
                <a:ext cx="65088" cy="666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9" name="Oval 3168">
                <a:extLst>
                  <a:ext uri="{FF2B5EF4-FFF2-40B4-BE49-F238E27FC236}">
                    <a16:creationId xmlns:a16="http://schemas.microsoft.com/office/drawing/2014/main" id="{A4D96F90-F99C-CC00-2A9D-5997D165C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9037" y="6196013"/>
                <a:ext cx="76200" cy="746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" name="Oval 3169">
                <a:extLst>
                  <a:ext uri="{FF2B5EF4-FFF2-40B4-BE49-F238E27FC236}">
                    <a16:creationId xmlns:a16="http://schemas.microsoft.com/office/drawing/2014/main" id="{3CC3F77A-7AD1-B387-118B-0E93AD5437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59850" y="6192838"/>
                <a:ext cx="85725" cy="809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" name="Oval 3170">
                <a:extLst>
                  <a:ext uri="{FF2B5EF4-FFF2-40B4-BE49-F238E27FC236}">
                    <a16:creationId xmlns:a16="http://schemas.microsoft.com/office/drawing/2014/main" id="{62FF8C1C-E35E-9E34-7CB6-D091CA93E0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17012" y="6192838"/>
                <a:ext cx="82550" cy="841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2" name="Oval 3171">
                <a:extLst>
                  <a:ext uri="{FF2B5EF4-FFF2-40B4-BE49-F238E27FC236}">
                    <a16:creationId xmlns:a16="http://schemas.microsoft.com/office/drawing/2014/main" id="{6959A0BB-8E13-C1E2-E541-7E5B831CB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72587" y="6192838"/>
                <a:ext cx="80963" cy="809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3" name="Oval 3172">
                <a:extLst>
                  <a:ext uri="{FF2B5EF4-FFF2-40B4-BE49-F238E27FC236}">
                    <a16:creationId xmlns:a16="http://schemas.microsoft.com/office/drawing/2014/main" id="{D3B5F17F-3FFA-E6A1-052A-14C7F12520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29750" y="6196013"/>
                <a:ext cx="77788" cy="777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4" name="Oval 3173">
                <a:extLst>
                  <a:ext uri="{FF2B5EF4-FFF2-40B4-BE49-F238E27FC236}">
                    <a16:creationId xmlns:a16="http://schemas.microsoft.com/office/drawing/2014/main" id="{20A49971-C8E3-7BD0-650A-EEF0DC622F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86912" y="6196013"/>
                <a:ext cx="73025" cy="746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5" name="Oval 3174">
                <a:extLst>
                  <a:ext uri="{FF2B5EF4-FFF2-40B4-BE49-F238E27FC236}">
                    <a16:creationId xmlns:a16="http://schemas.microsoft.com/office/drawing/2014/main" id="{95FAA0D2-003E-E6C8-96EC-8E5E88B9B1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44075" y="6199188"/>
                <a:ext cx="69850" cy="714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6" name="Oval 3175">
                <a:extLst>
                  <a:ext uri="{FF2B5EF4-FFF2-40B4-BE49-F238E27FC236}">
                    <a16:creationId xmlns:a16="http://schemas.microsoft.com/office/drawing/2014/main" id="{335EAB2D-4DC6-14B8-3022-D16289D229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1237" y="6202363"/>
                <a:ext cx="66675" cy="666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7" name="Oval 3176">
                <a:extLst>
                  <a:ext uri="{FF2B5EF4-FFF2-40B4-BE49-F238E27FC236}">
                    <a16:creationId xmlns:a16="http://schemas.microsoft.com/office/drawing/2014/main" id="{0EE6DC06-CF0B-66CE-F719-56764E5FA8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55225" y="6202363"/>
                <a:ext cx="63500" cy="635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8" name="Oval 3177">
                <a:extLst>
                  <a:ext uri="{FF2B5EF4-FFF2-40B4-BE49-F238E27FC236}">
                    <a16:creationId xmlns:a16="http://schemas.microsoft.com/office/drawing/2014/main" id="{E50CE0D3-C1A4-5737-7B18-2768C57D4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12387" y="6203951"/>
                <a:ext cx="61913" cy="587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9" name="Oval 3178">
                <a:extLst>
                  <a:ext uri="{FF2B5EF4-FFF2-40B4-BE49-F238E27FC236}">
                    <a16:creationId xmlns:a16="http://schemas.microsoft.com/office/drawing/2014/main" id="{4DF2C35F-63F5-B235-B654-4D0005419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71137" y="6207126"/>
                <a:ext cx="57150" cy="555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0" name="Oval 3179">
                <a:extLst>
                  <a:ext uri="{FF2B5EF4-FFF2-40B4-BE49-F238E27FC236}">
                    <a16:creationId xmlns:a16="http://schemas.microsoft.com/office/drawing/2014/main" id="{ACE0FD84-267E-4F1B-721D-B688FA67CD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28300" y="6207126"/>
                <a:ext cx="50800" cy="555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1" name="Oval 3180">
                <a:extLst>
                  <a:ext uri="{FF2B5EF4-FFF2-40B4-BE49-F238E27FC236}">
                    <a16:creationId xmlns:a16="http://schemas.microsoft.com/office/drawing/2014/main" id="{D7E820F4-44AF-ECD6-BB4A-C52F404EE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85462" y="6210301"/>
                <a:ext cx="47625" cy="492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2" name="Oval 3181">
                <a:extLst>
                  <a:ext uri="{FF2B5EF4-FFF2-40B4-BE49-F238E27FC236}">
                    <a16:creationId xmlns:a16="http://schemas.microsoft.com/office/drawing/2014/main" id="{34321368-AAAB-3CDC-6D5E-79D1C16D0A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39450" y="6210301"/>
                <a:ext cx="47625" cy="492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3" name="Oval 3182">
                <a:extLst>
                  <a:ext uri="{FF2B5EF4-FFF2-40B4-BE49-F238E27FC236}">
                    <a16:creationId xmlns:a16="http://schemas.microsoft.com/office/drawing/2014/main" id="{82F6D1BA-88B4-2E98-B85F-967D11D207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96612" y="6210301"/>
                <a:ext cx="46038" cy="460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4" name="Oval 3183">
                <a:extLst>
                  <a:ext uri="{FF2B5EF4-FFF2-40B4-BE49-F238E27FC236}">
                    <a16:creationId xmlns:a16="http://schemas.microsoft.com/office/drawing/2014/main" id="{CEFDB764-A2D0-63B1-1FB0-6B6CCCB7C5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53775" y="6213476"/>
                <a:ext cx="42863" cy="428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5" name="Oval 3184">
                <a:extLst>
                  <a:ext uri="{FF2B5EF4-FFF2-40B4-BE49-F238E27FC236}">
                    <a16:creationId xmlns:a16="http://schemas.microsoft.com/office/drawing/2014/main" id="{6574F056-6437-9BAC-AA54-1C35B04D94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07762" y="6213476"/>
                <a:ext cx="39688" cy="396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6" name="Oval 3185">
                <a:extLst>
                  <a:ext uri="{FF2B5EF4-FFF2-40B4-BE49-F238E27FC236}">
                    <a16:creationId xmlns:a16="http://schemas.microsoft.com/office/drawing/2014/main" id="{4FC8050A-7EEE-1D7E-E5C9-60560E95B4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66512" y="6213476"/>
                <a:ext cx="34925" cy="396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7" name="Oval 3186">
                <a:extLst>
                  <a:ext uri="{FF2B5EF4-FFF2-40B4-BE49-F238E27FC236}">
                    <a16:creationId xmlns:a16="http://schemas.microsoft.com/office/drawing/2014/main" id="{686397C5-4582-F694-796D-A1C5388173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20500" y="6216651"/>
                <a:ext cx="36513" cy="365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8" name="Oval 3187">
                <a:extLst>
                  <a:ext uri="{FF2B5EF4-FFF2-40B4-BE49-F238E27FC236}">
                    <a16:creationId xmlns:a16="http://schemas.microsoft.com/office/drawing/2014/main" id="{0E7235AD-389A-DC52-A976-C0F2D89E16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77662" y="6216651"/>
                <a:ext cx="33338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9" name="Oval 3188">
                <a:extLst>
                  <a:ext uri="{FF2B5EF4-FFF2-40B4-BE49-F238E27FC236}">
                    <a16:creationId xmlns:a16="http://schemas.microsoft.com/office/drawing/2014/main" id="{A2FF6E12-ABAC-EB50-7F8D-3F1CB8C265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31650" y="6216651"/>
                <a:ext cx="33338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0" name="Oval 3189">
                <a:extLst>
                  <a:ext uri="{FF2B5EF4-FFF2-40B4-BE49-F238E27FC236}">
                    <a16:creationId xmlns:a16="http://schemas.microsoft.com/office/drawing/2014/main" id="{9B19EB0C-7448-DE93-C647-9E016EF6BB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88812" y="6219826"/>
                <a:ext cx="30163" cy="301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1" name="Oval 3190">
                <a:extLst>
                  <a:ext uri="{FF2B5EF4-FFF2-40B4-BE49-F238E27FC236}">
                    <a16:creationId xmlns:a16="http://schemas.microsoft.com/office/drawing/2014/main" id="{F35ED85F-1AD5-BE10-7D9C-ED74B814B5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45975" y="6219826"/>
                <a:ext cx="28575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2" name="Oval 3191">
                <a:extLst>
                  <a:ext uri="{FF2B5EF4-FFF2-40B4-BE49-F238E27FC236}">
                    <a16:creationId xmlns:a16="http://schemas.microsoft.com/office/drawing/2014/main" id="{B4802EAC-1CD5-0797-5DFC-D5667FC326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01550" y="6219826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3" name="Oval 3192">
                <a:extLst>
                  <a:ext uri="{FF2B5EF4-FFF2-40B4-BE49-F238E27FC236}">
                    <a16:creationId xmlns:a16="http://schemas.microsoft.com/office/drawing/2014/main" id="{4093F29D-8672-3AA0-E8D3-8A86BC782F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58712" y="6223001"/>
                <a:ext cx="23813" cy="238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4" name="Oval 3193">
                <a:extLst>
                  <a:ext uri="{FF2B5EF4-FFF2-40B4-BE49-F238E27FC236}">
                    <a16:creationId xmlns:a16="http://schemas.microsoft.com/office/drawing/2014/main" id="{F19D646C-FF8B-4E55-D1A4-FE76270458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15875" y="6223001"/>
                <a:ext cx="17463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5" name="Oval 3194">
                <a:extLst>
                  <a:ext uri="{FF2B5EF4-FFF2-40B4-BE49-F238E27FC236}">
                    <a16:creationId xmlns:a16="http://schemas.microsoft.com/office/drawing/2014/main" id="{8599A8CA-4577-69E6-6097-5CF1A6A4B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69862" y="6226176"/>
                <a:ext cx="17463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6" name="Oval 3195">
                <a:extLst>
                  <a:ext uri="{FF2B5EF4-FFF2-40B4-BE49-F238E27FC236}">
                    <a16:creationId xmlns:a16="http://schemas.microsoft.com/office/drawing/2014/main" id="{966C7750-41EF-9940-3FD6-B3764F299E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27025" y="6226176"/>
                <a:ext cx="15875" cy="142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7" name="Oval 3196">
                <a:extLst>
                  <a:ext uri="{FF2B5EF4-FFF2-40B4-BE49-F238E27FC236}">
                    <a16:creationId xmlns:a16="http://schemas.microsoft.com/office/drawing/2014/main" id="{85DC845D-7ED4-8FAC-9068-C95FC2FC84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1012" y="6226176"/>
                <a:ext cx="15875" cy="142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8" name="Oval 3197">
                <a:extLst>
                  <a:ext uri="{FF2B5EF4-FFF2-40B4-BE49-F238E27FC236}">
                    <a16:creationId xmlns:a16="http://schemas.microsoft.com/office/drawing/2014/main" id="{09246080-6F40-3896-5A51-D2DB6FD90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39762" y="6229351"/>
                <a:ext cx="11113" cy="111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19" name="Oval 3198">
                <a:extLst>
                  <a:ext uri="{FF2B5EF4-FFF2-40B4-BE49-F238E27FC236}">
                    <a16:creationId xmlns:a16="http://schemas.microsoft.com/office/drawing/2014/main" id="{CDFD7B5D-E763-213E-F66F-DA5C0B12B7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6925" y="6229351"/>
                <a:ext cx="7938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0" name="Oval 3199">
                <a:extLst>
                  <a:ext uri="{FF2B5EF4-FFF2-40B4-BE49-F238E27FC236}">
                    <a16:creationId xmlns:a16="http://schemas.microsoft.com/office/drawing/2014/main" id="{60BE781D-FF05-E691-2026-DE94273DB1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4087" y="6232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1" name="Oval 3200">
                <a:extLst>
                  <a:ext uri="{FF2B5EF4-FFF2-40B4-BE49-F238E27FC236}">
                    <a16:creationId xmlns:a16="http://schemas.microsoft.com/office/drawing/2014/main" id="{189AFA5E-988E-C4F4-35BA-28464334A9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08075" y="6232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93125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150E4E-1E9F-BF07-591C-3C5D1D517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B0DABD-9571-DDCD-3FC3-05F319F9C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6A9F56-63AA-D0F7-918C-79748E8A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7074A-F9A4-46D2-A7BD-566B846D4798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7525A6-3503-7395-EC6D-829218976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E3E0B9-7794-E36C-E846-FA42DA198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BDEAB-8C30-4EC1-8F0E-56FD782C6FD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 descr="矩形&#10;&#10;描述已自动生成">
            <a:extLst>
              <a:ext uri="{FF2B5EF4-FFF2-40B4-BE49-F238E27FC236}">
                <a16:creationId xmlns:a16="http://schemas.microsoft.com/office/drawing/2014/main" id="{6CF81EF6-2486-23B2-1F76-C2A3F769A1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灯片编号占位符 4">
            <a:extLst>
              <a:ext uri="{FF2B5EF4-FFF2-40B4-BE49-F238E27FC236}">
                <a16:creationId xmlns:a16="http://schemas.microsoft.com/office/drawing/2014/main" id="{5C8C7BC6-6AED-7611-7461-C936D93AE593}"/>
              </a:ext>
            </a:extLst>
          </p:cNvPr>
          <p:cNvSpPr txBox="1">
            <a:spLocks/>
          </p:cNvSpPr>
          <p:nvPr userDrawn="1"/>
        </p:nvSpPr>
        <p:spPr>
          <a:xfrm>
            <a:off x="11422380" y="6348730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C6BDEAB-8C30-4EC1-8F0E-56FD782C6FD7}" type="slidenum">
              <a:rPr lang="zh-CN" altLang="en-US" sz="1600" smtClean="0">
                <a:solidFill>
                  <a:srgbClr val="055686"/>
                </a:solidFill>
              </a:rPr>
              <a:pPr algn="ctr"/>
              <a:t>‹#›</a:t>
            </a:fld>
            <a:endParaRPr lang="zh-CN" altLang="en-US" sz="1600" dirty="0">
              <a:solidFill>
                <a:srgbClr val="05568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3001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矩形&#10;&#10;描述已自动生成">
            <a:extLst>
              <a:ext uri="{FF2B5EF4-FFF2-40B4-BE49-F238E27FC236}">
                <a16:creationId xmlns:a16="http://schemas.microsoft.com/office/drawing/2014/main" id="{F6A81641-9805-79DD-3E1D-C30DD8A2BC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445" b="41629"/>
          <a:stretch/>
        </p:blipFill>
        <p:spPr>
          <a:xfrm>
            <a:off x="0" y="0"/>
            <a:ext cx="12192000" cy="955040"/>
          </a:xfrm>
          <a:prstGeom prst="rect">
            <a:avLst/>
          </a:prstGeom>
        </p:spPr>
      </p:pic>
      <p:sp>
        <p:nvSpPr>
          <p:cNvPr id="13" name="矩形: 圆顶角 12">
            <a:extLst>
              <a:ext uri="{FF2B5EF4-FFF2-40B4-BE49-F238E27FC236}">
                <a16:creationId xmlns:a16="http://schemas.microsoft.com/office/drawing/2014/main" id="{11D2880F-AABF-F547-D018-00CBD707671C}"/>
              </a:ext>
            </a:extLst>
          </p:cNvPr>
          <p:cNvSpPr/>
          <p:nvPr userDrawn="1"/>
        </p:nvSpPr>
        <p:spPr>
          <a:xfrm rot="16200000">
            <a:off x="11684714" y="6184580"/>
            <a:ext cx="305910" cy="708662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55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5C93FB9-D973-9B09-0344-97CD25461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A7CAAF-1C08-0C67-55BF-D2F1B1A7E9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942973-D509-E6BE-2E14-8274F0132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BD05EE-5505-27A3-6387-87E839CFF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7074A-F9A4-46D2-A7BD-566B846D4798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503DE9-A0F6-5FBE-79C1-0E5AB98DF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0D7EAB-8045-5C2D-8C09-3C1667873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BDEAB-8C30-4EC1-8F0E-56FD782C6FD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灯片编号占位符 4">
            <a:extLst>
              <a:ext uri="{FF2B5EF4-FFF2-40B4-BE49-F238E27FC236}">
                <a16:creationId xmlns:a16="http://schemas.microsoft.com/office/drawing/2014/main" id="{913CE675-E111-D122-8E72-EACF44544B79}"/>
              </a:ext>
            </a:extLst>
          </p:cNvPr>
          <p:cNvSpPr txBox="1">
            <a:spLocks/>
          </p:cNvSpPr>
          <p:nvPr userDrawn="1"/>
        </p:nvSpPr>
        <p:spPr>
          <a:xfrm>
            <a:off x="11623040" y="6356349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C6BDEAB-8C30-4EC1-8F0E-56FD782C6FD7}" type="slidenum">
              <a:rPr lang="zh-CN" altLang="en-US" sz="1600" smtClean="0">
                <a:solidFill>
                  <a:schemeClr val="bg1"/>
                </a:solidFill>
              </a:rPr>
              <a:pPr algn="ctr"/>
              <a:t>‹#›</a:t>
            </a:fld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1E7C1E2-3C79-6739-D14B-A18CE64DAA72}"/>
              </a:ext>
            </a:extLst>
          </p:cNvPr>
          <p:cNvSpPr/>
          <p:nvPr userDrawn="1"/>
        </p:nvSpPr>
        <p:spPr>
          <a:xfrm>
            <a:off x="0" y="0"/>
            <a:ext cx="8168640" cy="955040"/>
          </a:xfrm>
          <a:prstGeom prst="rect">
            <a:avLst/>
          </a:prstGeom>
          <a:gradFill flip="none" rotWithShape="1">
            <a:gsLst>
              <a:gs pos="0">
                <a:srgbClr val="055686"/>
              </a:gs>
              <a:gs pos="100000">
                <a:srgbClr val="055686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851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60E66E-C698-3354-9762-535695626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3EDEA5-04CF-EA0E-C614-93C646C47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0FC16D-96A9-F59B-BEEA-2C1EF10C3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D8398EA-926F-F718-1CB0-CEDB9F11B8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CA1A7CA-D799-65A9-B9CC-C821742715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5F33107-53D5-C1B3-9C23-AFC16263A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7074A-F9A4-46D2-A7BD-566B846D4798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080A4BF-E300-4893-6EA8-D636C7EFA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C6BBAC2-8FB3-BAB2-272E-0EA9D62C5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BDEAB-8C30-4EC1-8F0E-56FD782C6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295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B03DA0-8C73-694B-697D-E558092A0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FCA16A3-676F-C4A5-06A9-F98C3B361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7074A-F9A4-46D2-A7BD-566B846D4798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49830A5-90CD-5AB9-75D7-49A82D8DF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016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AACADA6-96B9-DE1F-9AAD-64744529A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7074A-F9A4-46D2-A7BD-566B846D4798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495BD7A-B0D3-A809-310C-A1AC21214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5E8694-083B-82CB-E7FA-A132C7DAC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BDEAB-8C30-4EC1-8F0E-56FD782C6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864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95A86E-F209-E378-9889-6A0AECA9A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4491C5-15CE-06F9-76A8-AF3F894BF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AE4D6C-E67A-E1D5-6A30-D00A052A1E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7865E2-68DE-322F-4C64-273B442F2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7074A-F9A4-46D2-A7BD-566B846D4798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57E56B-53D8-5C4E-208C-C3255240A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05925A-FEE9-372B-9FF6-47E973911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BDEAB-8C30-4EC1-8F0E-56FD782C6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793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DBF87A-E525-9E2F-9DD3-54B7A7FE1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3B8A466-5FFD-6A2C-6488-6EDA9EB24D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378A8D-7B32-355D-9F1B-EFB4966150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745846-135E-A3E9-E3AD-AA408CE54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7074A-F9A4-46D2-A7BD-566B846D4798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07283D-510F-4077-87B1-2FF08F864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81E505-97FC-66A8-F3FD-2CD991E7A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BDEAB-8C30-4EC1-8F0E-56FD782C6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09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088F7F-3666-7959-EB1D-2861E1F4E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7AA316-943D-BC5A-D5F1-936FBA2D0B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3E8FB7-D86B-311E-AC67-66D85957C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7074A-F9A4-46D2-A7BD-566B846D4798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132C48-4CA8-13CD-E092-37BC5AB26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2B9C8C-6F5C-A1C5-95FF-1ECD8086E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BDEAB-8C30-4EC1-8F0E-56FD782C6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88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6944CA8-9B07-A757-E1E5-55E776B8FC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4EC414-01BA-B254-7463-82C3D2732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66B924-262F-AE2F-BF7C-E770841BF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7074A-F9A4-46D2-A7BD-566B846D4798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4FABC2-65F7-5615-97C2-52DBFA018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13F10A-18D4-6E75-30F4-319D09348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BDEAB-8C30-4EC1-8F0E-56FD782C6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797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C5ED59F-834D-9637-AA5E-CA98D9ABC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D61304-A060-C4F9-C98A-F7E48CE09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E338D-1808-8957-E5F3-BD80E803AF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57074A-F9A4-46D2-A7BD-566B846D4798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B07F85-2C27-D13A-BA3B-43FD2918B3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9B46AE-8231-44F8-DF8E-FE6D024E35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6BDEAB-8C30-4EC1-8F0E-56FD782C6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660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f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00BB6AE-A23F-7A2F-7C67-CF39002495E9}"/>
              </a:ext>
            </a:extLst>
          </p:cNvPr>
          <p:cNvSpPr txBox="1"/>
          <p:nvPr/>
        </p:nvSpPr>
        <p:spPr>
          <a:xfrm>
            <a:off x="2032919" y="1361303"/>
            <a:ext cx="81777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bg1"/>
                </a:solidFill>
                <a:cs typeface="+mn-ea"/>
                <a:sym typeface="+mn-lt"/>
              </a:rPr>
              <a:t>言 值 计 划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3FD69384-1BF7-EC53-E95D-443B93AD1148}"/>
              </a:ext>
            </a:extLst>
          </p:cNvPr>
          <p:cNvGrpSpPr/>
          <p:nvPr/>
        </p:nvGrpSpPr>
        <p:grpSpPr>
          <a:xfrm>
            <a:off x="2893511" y="5355398"/>
            <a:ext cx="6641414" cy="491725"/>
            <a:chOff x="3627535" y="3492210"/>
            <a:chExt cx="4916132" cy="491725"/>
          </a:xfrm>
        </p:grpSpPr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44F70F20-0993-6ED4-CDFE-4151D59250D1}"/>
                </a:ext>
              </a:extLst>
            </p:cNvPr>
            <p:cNvSpPr/>
            <p:nvPr/>
          </p:nvSpPr>
          <p:spPr>
            <a:xfrm>
              <a:off x="3627535" y="3492210"/>
              <a:ext cx="4916132" cy="377758"/>
            </a:xfrm>
            <a:custGeom>
              <a:avLst/>
              <a:gdLst/>
              <a:ahLst/>
              <a:cxnLst/>
              <a:rect l="0" t="0" r="0" b="0"/>
              <a:pathLst>
                <a:path w="3170446" h="377758">
                  <a:moveTo>
                    <a:pt x="0" y="188879"/>
                  </a:moveTo>
                  <a:lnTo>
                    <a:pt x="93719" y="19642"/>
                  </a:lnTo>
                  <a:cubicBezTo>
                    <a:pt x="100431" y="7523"/>
                    <a:pt x="113196" y="0"/>
                    <a:pt x="127050" y="0"/>
                  </a:cubicBezTo>
                  <a:lnTo>
                    <a:pt x="3043395" y="0"/>
                  </a:lnTo>
                  <a:cubicBezTo>
                    <a:pt x="3057248" y="0"/>
                    <a:pt x="3070014" y="7523"/>
                    <a:pt x="3076725" y="19642"/>
                  </a:cubicBezTo>
                  <a:lnTo>
                    <a:pt x="3170445" y="188879"/>
                  </a:lnTo>
                  <a:lnTo>
                    <a:pt x="3076725" y="358115"/>
                  </a:lnTo>
                  <a:cubicBezTo>
                    <a:pt x="3070014" y="370234"/>
                    <a:pt x="3057248" y="377757"/>
                    <a:pt x="3043395" y="377757"/>
                  </a:cubicBezTo>
                  <a:lnTo>
                    <a:pt x="127050" y="377757"/>
                  </a:lnTo>
                  <a:cubicBezTo>
                    <a:pt x="113196" y="377757"/>
                    <a:pt x="100431" y="370234"/>
                    <a:pt x="93719" y="358115"/>
                  </a:cubicBezTo>
                  <a:lnTo>
                    <a:pt x="0" y="188879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F4DA78C-F74A-F2E4-7D2B-94FFE48414C9}"/>
                </a:ext>
              </a:extLst>
            </p:cNvPr>
            <p:cNvSpPr txBox="1"/>
            <p:nvPr/>
          </p:nvSpPr>
          <p:spPr>
            <a:xfrm>
              <a:off x="3789933" y="3522270"/>
              <a:ext cx="462618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2400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计算机信息工程学院 </a:t>
              </a:r>
              <a:r>
                <a:rPr lang="en-US" altLang="zh-CN" sz="2400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— </a:t>
              </a:r>
              <a:r>
                <a:rPr lang="zh-CN" altLang="en-US" sz="2400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程序员之家</a:t>
              </a:r>
            </a:p>
          </p:txBody>
        </p:sp>
      </p:grpSp>
      <p:grpSp>
        <p:nvGrpSpPr>
          <p:cNvPr id="510" name="组合 509">
            <a:extLst>
              <a:ext uri="{FF2B5EF4-FFF2-40B4-BE49-F238E27FC236}">
                <a16:creationId xmlns:a16="http://schemas.microsoft.com/office/drawing/2014/main" id="{A9A4A65E-996E-708F-65C0-157E9EF0555D}"/>
              </a:ext>
            </a:extLst>
          </p:cNvPr>
          <p:cNvGrpSpPr/>
          <p:nvPr/>
        </p:nvGrpSpPr>
        <p:grpSpPr>
          <a:xfrm>
            <a:off x="-64453" y="5888102"/>
            <a:ext cx="3920173" cy="930916"/>
            <a:chOff x="-193993" y="5412646"/>
            <a:chExt cx="6090132" cy="1446212"/>
          </a:xfrm>
        </p:grpSpPr>
        <p:grpSp>
          <p:nvGrpSpPr>
            <p:cNvPr id="509" name="组合 508">
              <a:extLst>
                <a:ext uri="{FF2B5EF4-FFF2-40B4-BE49-F238E27FC236}">
                  <a16:creationId xmlns:a16="http://schemas.microsoft.com/office/drawing/2014/main" id="{60D77AE2-67B6-CA58-5559-3C7733F38468}"/>
                </a:ext>
              </a:extLst>
            </p:cNvPr>
            <p:cNvGrpSpPr/>
            <p:nvPr/>
          </p:nvGrpSpPr>
          <p:grpSpPr>
            <a:xfrm>
              <a:off x="-153824" y="5412646"/>
              <a:ext cx="6049963" cy="950912"/>
              <a:chOff x="7916862" y="4525964"/>
              <a:chExt cx="6049963" cy="950912"/>
            </a:xfrm>
            <a:solidFill>
              <a:srgbClr val="055686"/>
            </a:solidFill>
          </p:grpSpPr>
          <p:sp>
            <p:nvSpPr>
              <p:cNvPr id="125" name="Freeform 2335">
                <a:extLst>
                  <a:ext uri="{FF2B5EF4-FFF2-40B4-BE49-F238E27FC236}">
                    <a16:creationId xmlns:a16="http://schemas.microsoft.com/office/drawing/2014/main" id="{5EB25A01-2910-3D58-A01E-17CAEA67E1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70850" y="4525964"/>
                <a:ext cx="3175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  <a:gd name="T3" fmla="*/ 0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26" name="Oval 2336">
                <a:extLst>
                  <a:ext uri="{FF2B5EF4-FFF2-40B4-BE49-F238E27FC236}">
                    <a16:creationId xmlns:a16="http://schemas.microsoft.com/office/drawing/2014/main" id="{DBF117C7-AF6E-17B4-5E12-B0C1EBDA2F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28012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27" name="Oval 2337">
                <a:extLst>
                  <a:ext uri="{FF2B5EF4-FFF2-40B4-BE49-F238E27FC236}">
                    <a16:creationId xmlns:a16="http://schemas.microsoft.com/office/drawing/2014/main" id="{89A5C57F-DABE-41A4-3ADD-8D0A6C56B3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2000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28" name="Oval 2338">
                <a:extLst>
                  <a:ext uri="{FF2B5EF4-FFF2-40B4-BE49-F238E27FC236}">
                    <a16:creationId xmlns:a16="http://schemas.microsoft.com/office/drawing/2014/main" id="{2CA3123C-2646-7E73-CFB9-E07B3D9771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35987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29" name="Oval 2339">
                <a:extLst>
                  <a:ext uri="{FF2B5EF4-FFF2-40B4-BE49-F238E27FC236}">
                    <a16:creationId xmlns:a16="http://schemas.microsoft.com/office/drawing/2014/main" id="{6F542E63-5177-00F7-96D2-177786AA5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91562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30" name="Oval 2340">
                <a:extLst>
                  <a:ext uri="{FF2B5EF4-FFF2-40B4-BE49-F238E27FC236}">
                    <a16:creationId xmlns:a16="http://schemas.microsoft.com/office/drawing/2014/main" id="{7A81E5B0-D011-77E5-4D9A-62DEDB38B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8725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31" name="Oval 2341">
                <a:extLst>
                  <a:ext uri="{FF2B5EF4-FFF2-40B4-BE49-F238E27FC236}">
                    <a16:creationId xmlns:a16="http://schemas.microsoft.com/office/drawing/2014/main" id="{FAA5CD26-1C0F-868B-B480-FD11EF4EC4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02712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32" name="Oval 2342">
                <a:extLst>
                  <a:ext uri="{FF2B5EF4-FFF2-40B4-BE49-F238E27FC236}">
                    <a16:creationId xmlns:a16="http://schemas.microsoft.com/office/drawing/2014/main" id="{DFB7EB27-358D-9652-F5EF-7378476B34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6700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33" name="Oval 2343">
                <a:extLst>
                  <a:ext uri="{FF2B5EF4-FFF2-40B4-BE49-F238E27FC236}">
                    <a16:creationId xmlns:a16="http://schemas.microsoft.com/office/drawing/2014/main" id="{92D76E0D-1318-CCD4-BC07-06137E5091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10687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34" name="Oval 2344">
                <a:extLst>
                  <a:ext uri="{FF2B5EF4-FFF2-40B4-BE49-F238E27FC236}">
                    <a16:creationId xmlns:a16="http://schemas.microsoft.com/office/drawing/2014/main" id="{D783A2A5-DD82-0197-B757-6BAA0CF8EF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67850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35" name="Oval 2345">
                <a:extLst>
                  <a:ext uri="{FF2B5EF4-FFF2-40B4-BE49-F238E27FC236}">
                    <a16:creationId xmlns:a16="http://schemas.microsoft.com/office/drawing/2014/main" id="{EC84E25F-29AA-0926-AE06-5B6CEDAF69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3425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36" name="Oval 2346">
                <a:extLst>
                  <a:ext uri="{FF2B5EF4-FFF2-40B4-BE49-F238E27FC236}">
                    <a16:creationId xmlns:a16="http://schemas.microsoft.com/office/drawing/2014/main" id="{A2042B51-111D-13C5-4E60-D23367BFFD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77412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37" name="Oval 2347">
                <a:extLst>
                  <a:ext uri="{FF2B5EF4-FFF2-40B4-BE49-F238E27FC236}">
                    <a16:creationId xmlns:a16="http://schemas.microsoft.com/office/drawing/2014/main" id="{45C84062-A360-EAE5-D69C-D7428BA3C1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1400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38" name="Oval 2348">
                <a:extLst>
                  <a:ext uri="{FF2B5EF4-FFF2-40B4-BE49-F238E27FC236}">
                    <a16:creationId xmlns:a16="http://schemas.microsoft.com/office/drawing/2014/main" id="{71ABCEE0-F490-980F-1FF6-9164590F51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8562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39" name="Oval 2349">
                <a:extLst>
                  <a:ext uri="{FF2B5EF4-FFF2-40B4-BE49-F238E27FC236}">
                    <a16:creationId xmlns:a16="http://schemas.microsoft.com/office/drawing/2014/main" id="{94529B38-0ED7-3FA5-A71E-6CA01CB09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42550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40" name="Oval 2350">
                <a:extLst>
                  <a:ext uri="{FF2B5EF4-FFF2-40B4-BE49-F238E27FC236}">
                    <a16:creationId xmlns:a16="http://schemas.microsoft.com/office/drawing/2014/main" id="{4F6FBB62-7632-0B9F-8276-941B0A31C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98125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41" name="Oval 2351">
                <a:extLst>
                  <a:ext uri="{FF2B5EF4-FFF2-40B4-BE49-F238E27FC236}">
                    <a16:creationId xmlns:a16="http://schemas.microsoft.com/office/drawing/2014/main" id="{C985E86E-590B-FAB4-7C63-8BF3FC2A2D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52112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42" name="Oval 2352">
                <a:extLst>
                  <a:ext uri="{FF2B5EF4-FFF2-40B4-BE49-F238E27FC236}">
                    <a16:creationId xmlns:a16="http://schemas.microsoft.com/office/drawing/2014/main" id="{AA75759D-439B-08B4-5CF7-4C10AA0CCB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09275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43" name="Oval 2353">
                <a:extLst>
                  <a:ext uri="{FF2B5EF4-FFF2-40B4-BE49-F238E27FC236}">
                    <a16:creationId xmlns:a16="http://schemas.microsoft.com/office/drawing/2014/main" id="{A1C72B04-65AE-EA6A-C3E5-97470120FD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63262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44" name="Oval 2354">
                <a:extLst>
                  <a:ext uri="{FF2B5EF4-FFF2-40B4-BE49-F238E27FC236}">
                    <a16:creationId xmlns:a16="http://schemas.microsoft.com/office/drawing/2014/main" id="{223D8D33-B2A4-3933-FD9E-7903B3555D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17250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45" name="Oval 2355">
                <a:extLst>
                  <a:ext uri="{FF2B5EF4-FFF2-40B4-BE49-F238E27FC236}">
                    <a16:creationId xmlns:a16="http://schemas.microsoft.com/office/drawing/2014/main" id="{0CC6CD66-0605-8F4B-49AE-BC3EB31C6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2825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46" name="Oval 2356">
                <a:extLst>
                  <a:ext uri="{FF2B5EF4-FFF2-40B4-BE49-F238E27FC236}">
                    <a16:creationId xmlns:a16="http://schemas.microsoft.com/office/drawing/2014/main" id="{331D8504-2F52-B253-F28C-536404F5C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29987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47" name="Oval 2357">
                <a:extLst>
                  <a:ext uri="{FF2B5EF4-FFF2-40B4-BE49-F238E27FC236}">
                    <a16:creationId xmlns:a16="http://schemas.microsoft.com/office/drawing/2014/main" id="{825837F0-A66C-CE0A-D6C2-9C3088F215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83975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48" name="Oval 2358">
                <a:extLst>
                  <a:ext uri="{FF2B5EF4-FFF2-40B4-BE49-F238E27FC236}">
                    <a16:creationId xmlns:a16="http://schemas.microsoft.com/office/drawing/2014/main" id="{2AB8DFAD-3E7B-EC00-43BE-ACDA8C3BF7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7962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49" name="Oval 2359">
                <a:extLst>
                  <a:ext uri="{FF2B5EF4-FFF2-40B4-BE49-F238E27FC236}">
                    <a16:creationId xmlns:a16="http://schemas.microsoft.com/office/drawing/2014/main" id="{6C366E52-0CAF-61CB-FC02-1CAA4AB976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91950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50" name="Oval 2360">
                <a:extLst>
                  <a:ext uri="{FF2B5EF4-FFF2-40B4-BE49-F238E27FC236}">
                    <a16:creationId xmlns:a16="http://schemas.microsoft.com/office/drawing/2014/main" id="{A2E1DEBE-793C-1AA8-DD9D-04E6247BF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50700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51" name="Oval 2361">
                <a:extLst>
                  <a:ext uri="{FF2B5EF4-FFF2-40B4-BE49-F238E27FC236}">
                    <a16:creationId xmlns:a16="http://schemas.microsoft.com/office/drawing/2014/main" id="{681D262B-D1ED-2951-295C-DD2481E26B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04687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52" name="Freeform 2362">
                <a:extLst>
                  <a:ext uri="{FF2B5EF4-FFF2-40B4-BE49-F238E27FC236}">
                    <a16:creationId xmlns:a16="http://schemas.microsoft.com/office/drawing/2014/main" id="{20E02095-8EBB-0456-185D-60632234FF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58675" y="4525964"/>
                <a:ext cx="3175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  <a:gd name="T3" fmla="*/ 0 w 1"/>
                  <a:gd name="T4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53" name="Oval 2363">
                <a:extLst>
                  <a:ext uri="{FF2B5EF4-FFF2-40B4-BE49-F238E27FC236}">
                    <a16:creationId xmlns:a16="http://schemas.microsoft.com/office/drawing/2014/main" id="{D0106DF6-84DD-A618-85FB-67ACA6638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12662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54" name="Oval 2364">
                <a:extLst>
                  <a:ext uri="{FF2B5EF4-FFF2-40B4-BE49-F238E27FC236}">
                    <a16:creationId xmlns:a16="http://schemas.microsoft.com/office/drawing/2014/main" id="{F59E69FE-D9A9-2C38-A6AE-D64B5D5B4A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9825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55" name="Oval 2365">
                <a:extLst>
                  <a:ext uri="{FF2B5EF4-FFF2-40B4-BE49-F238E27FC236}">
                    <a16:creationId xmlns:a16="http://schemas.microsoft.com/office/drawing/2014/main" id="{94F94FB6-5655-9E25-8E03-EDF938711E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25400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56" name="Oval 2366">
                <a:extLst>
                  <a:ext uri="{FF2B5EF4-FFF2-40B4-BE49-F238E27FC236}">
                    <a16:creationId xmlns:a16="http://schemas.microsoft.com/office/drawing/2014/main" id="{B219FEBD-85E9-1864-D4F3-2A9D21470C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9387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57" name="Oval 2367">
                <a:extLst>
                  <a:ext uri="{FF2B5EF4-FFF2-40B4-BE49-F238E27FC236}">
                    <a16:creationId xmlns:a16="http://schemas.microsoft.com/office/drawing/2014/main" id="{26541488-3C3B-70C2-7312-47DB37FED9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33375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58" name="Oval 2368">
                <a:extLst>
                  <a:ext uri="{FF2B5EF4-FFF2-40B4-BE49-F238E27FC236}">
                    <a16:creationId xmlns:a16="http://schemas.microsoft.com/office/drawing/2014/main" id="{9FE7D940-AE05-E90D-10F4-EF0A1852A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90537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59" name="Oval 2369">
                <a:extLst>
                  <a:ext uri="{FF2B5EF4-FFF2-40B4-BE49-F238E27FC236}">
                    <a16:creationId xmlns:a16="http://schemas.microsoft.com/office/drawing/2014/main" id="{696D0478-16C9-A4D9-2B4D-4D51443A0C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44525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60" name="Oval 2370">
                <a:extLst>
                  <a:ext uri="{FF2B5EF4-FFF2-40B4-BE49-F238E27FC236}">
                    <a16:creationId xmlns:a16="http://schemas.microsoft.com/office/drawing/2014/main" id="{DA3DEF42-B378-B048-6414-D662339371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00100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61" name="Oval 2371">
                <a:extLst>
                  <a:ext uri="{FF2B5EF4-FFF2-40B4-BE49-F238E27FC236}">
                    <a16:creationId xmlns:a16="http://schemas.microsoft.com/office/drawing/2014/main" id="{7168731C-2877-A75B-E817-3C5CA9234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4087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62" name="Oval 2372">
                <a:extLst>
                  <a:ext uri="{FF2B5EF4-FFF2-40B4-BE49-F238E27FC236}">
                    <a16:creationId xmlns:a16="http://schemas.microsoft.com/office/drawing/2014/main" id="{EC299F58-6F56-2BB5-3617-90E6C40160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11250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63" name="Oval 2373">
                <a:extLst>
                  <a:ext uri="{FF2B5EF4-FFF2-40B4-BE49-F238E27FC236}">
                    <a16:creationId xmlns:a16="http://schemas.microsoft.com/office/drawing/2014/main" id="{95A7A80E-B8C6-48FC-5FAA-10CF50E97D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65237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64" name="Freeform 2409">
                <a:extLst>
                  <a:ext uri="{FF2B5EF4-FFF2-40B4-BE49-F238E27FC236}">
                    <a16:creationId xmlns:a16="http://schemas.microsoft.com/office/drawing/2014/main" id="{2FBF3A17-0964-583C-D3BB-96A0827AAB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70850" y="4679951"/>
                <a:ext cx="3175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  <a:gd name="T3" fmla="*/ 0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65" name="Freeform 2410">
                <a:extLst>
                  <a:ext uri="{FF2B5EF4-FFF2-40B4-BE49-F238E27FC236}">
                    <a16:creationId xmlns:a16="http://schemas.microsoft.com/office/drawing/2014/main" id="{B9003E3C-D0EC-D0ED-2E46-D8CB8B4789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28012" y="467995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66" name="Freeform 2411">
                <a:extLst>
                  <a:ext uri="{FF2B5EF4-FFF2-40B4-BE49-F238E27FC236}">
                    <a16:creationId xmlns:a16="http://schemas.microsoft.com/office/drawing/2014/main" id="{8B98D6E7-B7DD-AFAE-AA53-8E6E750374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82000" y="4679951"/>
                <a:ext cx="0" cy="3175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0 h 1"/>
                  <a:gd name="T4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67" name="Oval 2412">
                <a:extLst>
                  <a:ext uri="{FF2B5EF4-FFF2-40B4-BE49-F238E27FC236}">
                    <a16:creationId xmlns:a16="http://schemas.microsoft.com/office/drawing/2014/main" id="{752A5733-4F3D-B90D-9C82-DBD91AB497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35987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68" name="Oval 2413">
                <a:extLst>
                  <a:ext uri="{FF2B5EF4-FFF2-40B4-BE49-F238E27FC236}">
                    <a16:creationId xmlns:a16="http://schemas.microsoft.com/office/drawing/2014/main" id="{14E693EB-67D6-FF5C-08C1-C8C8B0AB08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91562" y="46799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69" name="Oval 2414">
                <a:extLst>
                  <a:ext uri="{FF2B5EF4-FFF2-40B4-BE49-F238E27FC236}">
                    <a16:creationId xmlns:a16="http://schemas.microsoft.com/office/drawing/2014/main" id="{64DA3C2B-2158-5834-1457-784DA80347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5550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0" name="Oval 2415">
                <a:extLst>
                  <a:ext uri="{FF2B5EF4-FFF2-40B4-BE49-F238E27FC236}">
                    <a16:creationId xmlns:a16="http://schemas.microsoft.com/office/drawing/2014/main" id="{927DFEA5-456B-5C23-0E4D-48C1A0DAAB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02712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1" name="Oval 2417">
                <a:extLst>
                  <a:ext uri="{FF2B5EF4-FFF2-40B4-BE49-F238E27FC236}">
                    <a16:creationId xmlns:a16="http://schemas.microsoft.com/office/drawing/2014/main" id="{55E04C31-5F79-5F58-0D5D-36F205AFE4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6700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2" name="Oval 2418">
                <a:extLst>
                  <a:ext uri="{FF2B5EF4-FFF2-40B4-BE49-F238E27FC236}">
                    <a16:creationId xmlns:a16="http://schemas.microsoft.com/office/drawing/2014/main" id="{705742B5-B24E-F92A-2AED-4A1C5BBF3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10687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3" name="Oval 2419">
                <a:extLst>
                  <a:ext uri="{FF2B5EF4-FFF2-40B4-BE49-F238E27FC236}">
                    <a16:creationId xmlns:a16="http://schemas.microsoft.com/office/drawing/2014/main" id="{2590D03E-8D78-7C71-81FC-149EBDB040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66262" y="46799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4" name="Oval 2420">
                <a:extLst>
                  <a:ext uri="{FF2B5EF4-FFF2-40B4-BE49-F238E27FC236}">
                    <a16:creationId xmlns:a16="http://schemas.microsoft.com/office/drawing/2014/main" id="{3CE1031D-D72C-3087-6DD8-16A64A3F99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3425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5" name="Oval 2421">
                <a:extLst>
                  <a:ext uri="{FF2B5EF4-FFF2-40B4-BE49-F238E27FC236}">
                    <a16:creationId xmlns:a16="http://schemas.microsoft.com/office/drawing/2014/main" id="{168A8A59-D428-216E-C628-62F058BF39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77412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6" name="Oval 2422">
                <a:extLst>
                  <a:ext uri="{FF2B5EF4-FFF2-40B4-BE49-F238E27FC236}">
                    <a16:creationId xmlns:a16="http://schemas.microsoft.com/office/drawing/2014/main" id="{155BCC4D-7D90-7DC8-C0F9-F5B42713B3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1400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7" name="Oval 2423">
                <a:extLst>
                  <a:ext uri="{FF2B5EF4-FFF2-40B4-BE49-F238E27FC236}">
                    <a16:creationId xmlns:a16="http://schemas.microsoft.com/office/drawing/2014/main" id="{45BBAA7B-B949-3904-3803-C284D90926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5387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8" name="Oval 2424">
                <a:extLst>
                  <a:ext uri="{FF2B5EF4-FFF2-40B4-BE49-F238E27FC236}">
                    <a16:creationId xmlns:a16="http://schemas.microsoft.com/office/drawing/2014/main" id="{B940C52C-3329-6D73-F0A4-643A60FB4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42550" y="46799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9" name="Oval 2425">
                <a:extLst>
                  <a:ext uri="{FF2B5EF4-FFF2-40B4-BE49-F238E27FC236}">
                    <a16:creationId xmlns:a16="http://schemas.microsoft.com/office/drawing/2014/main" id="{823748DE-F60B-AC16-18C5-3207F76DBA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98125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80" name="Oval 2426">
                <a:extLst>
                  <a:ext uri="{FF2B5EF4-FFF2-40B4-BE49-F238E27FC236}">
                    <a16:creationId xmlns:a16="http://schemas.microsoft.com/office/drawing/2014/main" id="{2D4F8929-DE2E-C0AF-9AB3-191CDEC32D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52112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81" name="Oval 2427">
                <a:extLst>
                  <a:ext uri="{FF2B5EF4-FFF2-40B4-BE49-F238E27FC236}">
                    <a16:creationId xmlns:a16="http://schemas.microsoft.com/office/drawing/2014/main" id="{4C158201-E8F8-5A7D-E413-BC95F78808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06100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82" name="Oval 2428">
                <a:extLst>
                  <a:ext uri="{FF2B5EF4-FFF2-40B4-BE49-F238E27FC236}">
                    <a16:creationId xmlns:a16="http://schemas.microsoft.com/office/drawing/2014/main" id="{B718574E-B043-9AE3-6068-88FBB932D6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63262" y="46799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83" name="Freeform 2429">
                <a:extLst>
                  <a:ext uri="{FF2B5EF4-FFF2-40B4-BE49-F238E27FC236}">
                    <a16:creationId xmlns:a16="http://schemas.microsoft.com/office/drawing/2014/main" id="{75D18676-DB18-2CA9-23A7-BD1D400C9C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17250" y="4679951"/>
                <a:ext cx="3175" cy="3175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0 h 1"/>
                  <a:gd name="T6" fmla="*/ 0 w 1"/>
                  <a:gd name="T7" fmla="*/ 0 h 1"/>
                  <a:gd name="T8" fmla="*/ 0 w 1"/>
                  <a:gd name="T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84" name="Oval 2430">
                <a:extLst>
                  <a:ext uri="{FF2B5EF4-FFF2-40B4-BE49-F238E27FC236}">
                    <a16:creationId xmlns:a16="http://schemas.microsoft.com/office/drawing/2014/main" id="{6BE30787-58D0-819B-C910-C82FD93DFE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2825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85" name="Oval 2431">
                <a:extLst>
                  <a:ext uri="{FF2B5EF4-FFF2-40B4-BE49-F238E27FC236}">
                    <a16:creationId xmlns:a16="http://schemas.microsoft.com/office/drawing/2014/main" id="{F813FF23-EB6F-2D91-958E-32C78D735E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26812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86" name="Oval 2432">
                <a:extLst>
                  <a:ext uri="{FF2B5EF4-FFF2-40B4-BE49-F238E27FC236}">
                    <a16:creationId xmlns:a16="http://schemas.microsoft.com/office/drawing/2014/main" id="{DB168946-2AA8-78B7-96D8-681B20CFD4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80800" y="4679951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87" name="Oval 2433">
                <a:extLst>
                  <a:ext uri="{FF2B5EF4-FFF2-40B4-BE49-F238E27FC236}">
                    <a16:creationId xmlns:a16="http://schemas.microsoft.com/office/drawing/2014/main" id="{B967F987-EC44-6D14-DDE0-E9A623D479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7962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88" name="Oval 2434">
                <a:extLst>
                  <a:ext uri="{FF2B5EF4-FFF2-40B4-BE49-F238E27FC236}">
                    <a16:creationId xmlns:a16="http://schemas.microsoft.com/office/drawing/2014/main" id="{555E9ECC-A43E-29AF-DF5F-713A0A5EB3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91950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89" name="Oval 2435">
                <a:extLst>
                  <a:ext uri="{FF2B5EF4-FFF2-40B4-BE49-F238E27FC236}">
                    <a16:creationId xmlns:a16="http://schemas.microsoft.com/office/drawing/2014/main" id="{EA90B215-F847-4074-E0A8-6F63187DFE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47525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90" name="Oval 2436">
                <a:extLst>
                  <a:ext uri="{FF2B5EF4-FFF2-40B4-BE49-F238E27FC236}">
                    <a16:creationId xmlns:a16="http://schemas.microsoft.com/office/drawing/2014/main" id="{11DC8083-C2E5-FF7C-7BD7-976EDA7B3A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04687" y="46799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91" name="Oval 2437">
                <a:extLst>
                  <a:ext uri="{FF2B5EF4-FFF2-40B4-BE49-F238E27FC236}">
                    <a16:creationId xmlns:a16="http://schemas.microsoft.com/office/drawing/2014/main" id="{6A61276A-8BB3-A049-0FF6-D4E1E9FFBE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58675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92" name="Oval 2438">
                <a:extLst>
                  <a:ext uri="{FF2B5EF4-FFF2-40B4-BE49-F238E27FC236}">
                    <a16:creationId xmlns:a16="http://schemas.microsoft.com/office/drawing/2014/main" id="{8F9A40F2-B602-5796-F646-A253A1E7D8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12662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93" name="Oval 2439">
                <a:extLst>
                  <a:ext uri="{FF2B5EF4-FFF2-40B4-BE49-F238E27FC236}">
                    <a16:creationId xmlns:a16="http://schemas.microsoft.com/office/drawing/2014/main" id="{BB861712-DF58-61CA-0347-5E89C2E721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9825" y="46799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94" name="Oval 2440">
                <a:extLst>
                  <a:ext uri="{FF2B5EF4-FFF2-40B4-BE49-F238E27FC236}">
                    <a16:creationId xmlns:a16="http://schemas.microsoft.com/office/drawing/2014/main" id="{F86D32E3-ED28-0305-DA66-54B6A541E6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25400" y="46799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95" name="Oval 2441">
                <a:extLst>
                  <a:ext uri="{FF2B5EF4-FFF2-40B4-BE49-F238E27FC236}">
                    <a16:creationId xmlns:a16="http://schemas.microsoft.com/office/drawing/2014/main" id="{DE2F6E99-31CA-CE80-33BC-F01C0E2C21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9387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96" name="Freeform 2442">
                <a:extLst>
                  <a:ext uri="{FF2B5EF4-FFF2-40B4-BE49-F238E27FC236}">
                    <a16:creationId xmlns:a16="http://schemas.microsoft.com/office/drawing/2014/main" id="{B622AFA4-95D3-EEF0-3662-24C507AB15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33375" y="4679951"/>
                <a:ext cx="3175" cy="3175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1 w 1"/>
                  <a:gd name="T5" fmla="*/ 0 h 1"/>
                  <a:gd name="T6" fmla="*/ 0 w 1"/>
                  <a:gd name="T7" fmla="*/ 0 h 1"/>
                  <a:gd name="T8" fmla="*/ 1 w 1"/>
                  <a:gd name="T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97" name="Freeform 2443">
                <a:extLst>
                  <a:ext uri="{FF2B5EF4-FFF2-40B4-BE49-F238E27FC236}">
                    <a16:creationId xmlns:a16="http://schemas.microsoft.com/office/drawing/2014/main" id="{4733598B-CB4E-0277-E468-E574C82D14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87362" y="4679951"/>
                <a:ext cx="3175" cy="3175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1 w 1"/>
                  <a:gd name="T5" fmla="*/ 0 h 1"/>
                  <a:gd name="T6" fmla="*/ 0 w 1"/>
                  <a:gd name="T7" fmla="*/ 0 h 1"/>
                  <a:gd name="T8" fmla="*/ 1 w 1"/>
                  <a:gd name="T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98" name="Freeform 2444">
                <a:extLst>
                  <a:ext uri="{FF2B5EF4-FFF2-40B4-BE49-F238E27FC236}">
                    <a16:creationId xmlns:a16="http://schemas.microsoft.com/office/drawing/2014/main" id="{630FC492-5262-2DF8-3809-5B1707AE59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44525" y="4679951"/>
                <a:ext cx="0" cy="3175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0 h 1"/>
                  <a:gd name="T4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99" name="Freeform 2445">
                <a:extLst>
                  <a:ext uri="{FF2B5EF4-FFF2-40B4-BE49-F238E27FC236}">
                    <a16:creationId xmlns:a16="http://schemas.microsoft.com/office/drawing/2014/main" id="{7D4DE75B-88E9-766E-9479-39E2DC6F9B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00100" y="4679951"/>
                <a:ext cx="1588" cy="3175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0 h 1"/>
                  <a:gd name="T6" fmla="*/ 0 w 1"/>
                  <a:gd name="T7" fmla="*/ 0 h 1"/>
                  <a:gd name="T8" fmla="*/ 0 w 1"/>
                  <a:gd name="T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00" name="Oval 2446">
                <a:extLst>
                  <a:ext uri="{FF2B5EF4-FFF2-40B4-BE49-F238E27FC236}">
                    <a16:creationId xmlns:a16="http://schemas.microsoft.com/office/drawing/2014/main" id="{0DBC5269-70B0-F462-7A64-6119A99FE3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4087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01" name="Freeform 2447">
                <a:extLst>
                  <a:ext uri="{FF2B5EF4-FFF2-40B4-BE49-F238E27FC236}">
                    <a16:creationId xmlns:a16="http://schemas.microsoft.com/office/drawing/2014/main" id="{8EBABC69-078C-8697-5737-8B758EDD8E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11250" y="467995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02" name="Freeform 2448">
                <a:extLst>
                  <a:ext uri="{FF2B5EF4-FFF2-40B4-BE49-F238E27FC236}">
                    <a16:creationId xmlns:a16="http://schemas.microsoft.com/office/drawing/2014/main" id="{F62EEE2D-A4A7-171E-417E-5CD9D5026D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65237" y="467995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03" name="Freeform 2484">
                <a:extLst>
                  <a:ext uri="{FF2B5EF4-FFF2-40B4-BE49-F238E27FC236}">
                    <a16:creationId xmlns:a16="http://schemas.microsoft.com/office/drawing/2014/main" id="{520C6EE8-74B0-EC20-A48F-5DAA8BF2BF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70850" y="4835526"/>
                <a:ext cx="3175" cy="3175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1 h 1"/>
                  <a:gd name="T4" fmla="*/ 1 w 1"/>
                  <a:gd name="T5" fmla="*/ 0 h 1"/>
                  <a:gd name="T6" fmla="*/ 0 w 1"/>
                  <a:gd name="T7" fmla="*/ 1 h 1"/>
                  <a:gd name="T8" fmla="*/ 1 w 1"/>
                  <a:gd name="T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04" name="Freeform 2485">
                <a:extLst>
                  <a:ext uri="{FF2B5EF4-FFF2-40B4-BE49-F238E27FC236}">
                    <a16:creationId xmlns:a16="http://schemas.microsoft.com/office/drawing/2014/main" id="{E9F6D2C4-47F0-06D9-6E45-7EA5D0EF9B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28012" y="4835526"/>
                <a:ext cx="0" cy="3175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05" name="Oval 2486">
                <a:extLst>
                  <a:ext uri="{FF2B5EF4-FFF2-40B4-BE49-F238E27FC236}">
                    <a16:creationId xmlns:a16="http://schemas.microsoft.com/office/drawing/2014/main" id="{1ECCD118-4670-568C-F58A-1683335DA4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2000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06" name="Oval 2487">
                <a:extLst>
                  <a:ext uri="{FF2B5EF4-FFF2-40B4-BE49-F238E27FC236}">
                    <a16:creationId xmlns:a16="http://schemas.microsoft.com/office/drawing/2014/main" id="{E33D9022-E17F-74D3-D685-438917FCD1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35987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07" name="Oval 2488">
                <a:extLst>
                  <a:ext uri="{FF2B5EF4-FFF2-40B4-BE49-F238E27FC236}">
                    <a16:creationId xmlns:a16="http://schemas.microsoft.com/office/drawing/2014/main" id="{534386BF-2DE1-ADB7-4DE5-763DF72830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91562" y="4835526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08" name="Oval 2489">
                <a:extLst>
                  <a:ext uri="{FF2B5EF4-FFF2-40B4-BE49-F238E27FC236}">
                    <a16:creationId xmlns:a16="http://schemas.microsoft.com/office/drawing/2014/main" id="{D7D2E681-948B-349D-CC8B-6B365289BD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5550" y="4832351"/>
                <a:ext cx="6350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09" name="Oval 2490">
                <a:extLst>
                  <a:ext uri="{FF2B5EF4-FFF2-40B4-BE49-F238E27FC236}">
                    <a16:creationId xmlns:a16="http://schemas.microsoft.com/office/drawing/2014/main" id="{634EC7E7-B889-9417-202F-CE88C21EB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9537" y="4832351"/>
                <a:ext cx="6350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10" name="Oval 2491">
                <a:extLst>
                  <a:ext uri="{FF2B5EF4-FFF2-40B4-BE49-F238E27FC236}">
                    <a16:creationId xmlns:a16="http://schemas.microsoft.com/office/drawing/2014/main" id="{8D12CA88-D59F-3169-F3E2-40BE3AFEFC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3525" y="4832351"/>
                <a:ext cx="9525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11" name="Oval 2492">
                <a:extLst>
                  <a:ext uri="{FF2B5EF4-FFF2-40B4-BE49-F238E27FC236}">
                    <a16:creationId xmlns:a16="http://schemas.microsoft.com/office/drawing/2014/main" id="{B969E921-A4D2-E8DE-5465-8877320D94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7512" y="4832351"/>
                <a:ext cx="9525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12" name="Oval 2493">
                <a:extLst>
                  <a:ext uri="{FF2B5EF4-FFF2-40B4-BE49-F238E27FC236}">
                    <a16:creationId xmlns:a16="http://schemas.microsoft.com/office/drawing/2014/main" id="{7FA4106C-CB39-FCE1-2D9B-3182B7CDA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66262" y="4832351"/>
                <a:ext cx="4763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13" name="Oval 2494">
                <a:extLst>
                  <a:ext uri="{FF2B5EF4-FFF2-40B4-BE49-F238E27FC236}">
                    <a16:creationId xmlns:a16="http://schemas.microsoft.com/office/drawing/2014/main" id="{1BD380FC-1733-35D2-BCDD-3B4E6086F8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0250" y="4832351"/>
                <a:ext cx="6350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14" name="Oval 2495">
                <a:extLst>
                  <a:ext uri="{FF2B5EF4-FFF2-40B4-BE49-F238E27FC236}">
                    <a16:creationId xmlns:a16="http://schemas.microsoft.com/office/drawing/2014/main" id="{20CECD25-CE8A-DE87-8F45-D78339519A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74237" y="4832351"/>
                <a:ext cx="6350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15" name="Oval 2496">
                <a:extLst>
                  <a:ext uri="{FF2B5EF4-FFF2-40B4-BE49-F238E27FC236}">
                    <a16:creationId xmlns:a16="http://schemas.microsoft.com/office/drawing/2014/main" id="{1903522C-3C29-4F85-DA8B-4A4B7245CB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28225" y="4832351"/>
                <a:ext cx="9525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16" name="Oval 2497">
                <a:extLst>
                  <a:ext uri="{FF2B5EF4-FFF2-40B4-BE49-F238E27FC236}">
                    <a16:creationId xmlns:a16="http://schemas.microsoft.com/office/drawing/2014/main" id="{279E80E2-ACAF-60D4-0E61-B5305FF8D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5387" y="4835526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17" name="Oval 2498">
                <a:extLst>
                  <a:ext uri="{FF2B5EF4-FFF2-40B4-BE49-F238E27FC236}">
                    <a16:creationId xmlns:a16="http://schemas.microsoft.com/office/drawing/2014/main" id="{ACDDB657-6638-8C76-31AB-CF0E3A4E29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40962" y="4835526"/>
                <a:ext cx="4763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18" name="Oval 2499">
                <a:extLst>
                  <a:ext uri="{FF2B5EF4-FFF2-40B4-BE49-F238E27FC236}">
                    <a16:creationId xmlns:a16="http://schemas.microsoft.com/office/drawing/2014/main" id="{2F5D61AC-117B-8F41-2DAB-64C461E456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94950" y="4835526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19" name="Oval 2500">
                <a:extLst>
                  <a:ext uri="{FF2B5EF4-FFF2-40B4-BE49-F238E27FC236}">
                    <a16:creationId xmlns:a16="http://schemas.microsoft.com/office/drawing/2014/main" id="{E515F71F-744B-E151-0F80-FD8B04F30D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52112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0" name="Oval 2501">
                <a:extLst>
                  <a:ext uri="{FF2B5EF4-FFF2-40B4-BE49-F238E27FC236}">
                    <a16:creationId xmlns:a16="http://schemas.microsoft.com/office/drawing/2014/main" id="{BD1F4875-5D69-4F89-A0A8-3CD463DEC7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06100" y="4835526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1" name="Oval 2502">
                <a:extLst>
                  <a:ext uri="{FF2B5EF4-FFF2-40B4-BE49-F238E27FC236}">
                    <a16:creationId xmlns:a16="http://schemas.microsoft.com/office/drawing/2014/main" id="{6AD27F06-BD04-7E88-2473-5B8A166D0C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60087" y="4835526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2" name="Oval 2503">
                <a:extLst>
                  <a:ext uri="{FF2B5EF4-FFF2-40B4-BE49-F238E27FC236}">
                    <a16:creationId xmlns:a16="http://schemas.microsoft.com/office/drawing/2014/main" id="{361AC9DB-BA56-CEE4-4B0C-82DFEFF4A2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17250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3" name="Oval 2504">
                <a:extLst>
                  <a:ext uri="{FF2B5EF4-FFF2-40B4-BE49-F238E27FC236}">
                    <a16:creationId xmlns:a16="http://schemas.microsoft.com/office/drawing/2014/main" id="{C249FB62-2A74-750D-D809-508EBAF097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2825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4" name="Oval 2505">
                <a:extLst>
                  <a:ext uri="{FF2B5EF4-FFF2-40B4-BE49-F238E27FC236}">
                    <a16:creationId xmlns:a16="http://schemas.microsoft.com/office/drawing/2014/main" id="{71F99819-8B9D-3376-5D74-19B288C4B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26812" y="4835526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5" name="Oval 2506">
                <a:extLst>
                  <a:ext uri="{FF2B5EF4-FFF2-40B4-BE49-F238E27FC236}">
                    <a16:creationId xmlns:a16="http://schemas.microsoft.com/office/drawing/2014/main" id="{633F2B2F-F847-E937-0C5E-AA1150DB99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80800" y="4835526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6" name="Oval 2507">
                <a:extLst>
                  <a:ext uri="{FF2B5EF4-FFF2-40B4-BE49-F238E27FC236}">
                    <a16:creationId xmlns:a16="http://schemas.microsoft.com/office/drawing/2014/main" id="{8725015A-01D3-63D0-F990-9F863A5044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7962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7" name="Oval 2508">
                <a:extLst>
                  <a:ext uri="{FF2B5EF4-FFF2-40B4-BE49-F238E27FC236}">
                    <a16:creationId xmlns:a16="http://schemas.microsoft.com/office/drawing/2014/main" id="{18516735-81F2-5C0A-DAF0-26BC9308A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91950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8" name="Oval 2509">
                <a:extLst>
                  <a:ext uri="{FF2B5EF4-FFF2-40B4-BE49-F238E27FC236}">
                    <a16:creationId xmlns:a16="http://schemas.microsoft.com/office/drawing/2014/main" id="{C5BB0F0E-5039-33ED-D8BE-D7E979020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47525" y="4835526"/>
                <a:ext cx="4763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9" name="Oval 2510">
                <a:extLst>
                  <a:ext uri="{FF2B5EF4-FFF2-40B4-BE49-F238E27FC236}">
                    <a16:creationId xmlns:a16="http://schemas.microsoft.com/office/drawing/2014/main" id="{9029B303-690B-2688-0828-A1A625C7BD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01512" y="4835526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0" name="Oval 2511">
                <a:extLst>
                  <a:ext uri="{FF2B5EF4-FFF2-40B4-BE49-F238E27FC236}">
                    <a16:creationId xmlns:a16="http://schemas.microsoft.com/office/drawing/2014/main" id="{BB0DD7EF-502E-4CAF-804D-FA4428FF8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58675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1" name="Oval 2512">
                <a:extLst>
                  <a:ext uri="{FF2B5EF4-FFF2-40B4-BE49-F238E27FC236}">
                    <a16:creationId xmlns:a16="http://schemas.microsoft.com/office/drawing/2014/main" id="{22664D1D-01AB-F603-60D3-109E3EF3C4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12662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2" name="Oval 2513">
                <a:extLst>
                  <a:ext uri="{FF2B5EF4-FFF2-40B4-BE49-F238E27FC236}">
                    <a16:creationId xmlns:a16="http://schemas.microsoft.com/office/drawing/2014/main" id="{D0387ECA-0B7A-8D15-4A04-82D0687BBF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6650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3" name="Oval 2514">
                <a:extLst>
                  <a:ext uri="{FF2B5EF4-FFF2-40B4-BE49-F238E27FC236}">
                    <a16:creationId xmlns:a16="http://schemas.microsoft.com/office/drawing/2014/main" id="{EC5CF936-3862-BF39-71EE-D84B47B4F3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25400" y="4835526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4" name="Oval 2515">
                <a:extLst>
                  <a:ext uri="{FF2B5EF4-FFF2-40B4-BE49-F238E27FC236}">
                    <a16:creationId xmlns:a16="http://schemas.microsoft.com/office/drawing/2014/main" id="{75A2774F-B548-F3B0-2756-2BADE377F3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9387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5" name="Oval 2516">
                <a:extLst>
                  <a:ext uri="{FF2B5EF4-FFF2-40B4-BE49-F238E27FC236}">
                    <a16:creationId xmlns:a16="http://schemas.microsoft.com/office/drawing/2014/main" id="{F7426053-44EC-3D62-90DF-30677AC7F9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33375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6" name="Oval 2517">
                <a:extLst>
                  <a:ext uri="{FF2B5EF4-FFF2-40B4-BE49-F238E27FC236}">
                    <a16:creationId xmlns:a16="http://schemas.microsoft.com/office/drawing/2014/main" id="{0124E2F8-2811-61FD-92C9-9ED8294303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7362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7" name="Freeform 2518">
                <a:extLst>
                  <a:ext uri="{FF2B5EF4-FFF2-40B4-BE49-F238E27FC236}">
                    <a16:creationId xmlns:a16="http://schemas.microsoft.com/office/drawing/2014/main" id="{951F20DF-9524-9887-2DC8-5E8B5488BF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44525" y="4835526"/>
                <a:ext cx="0" cy="3175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8" name="Freeform 2519">
                <a:extLst>
                  <a:ext uri="{FF2B5EF4-FFF2-40B4-BE49-F238E27FC236}">
                    <a16:creationId xmlns:a16="http://schemas.microsoft.com/office/drawing/2014/main" id="{B49318B8-ED96-90EE-F62D-3576955403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00100" y="4835526"/>
                <a:ext cx="1588" cy="3175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1 h 1"/>
                  <a:gd name="T4" fmla="*/ 0 w 1"/>
                  <a:gd name="T5" fmla="*/ 0 h 1"/>
                  <a:gd name="T6" fmla="*/ 0 w 1"/>
                  <a:gd name="T7" fmla="*/ 1 h 1"/>
                  <a:gd name="T8" fmla="*/ 0 w 1"/>
                  <a:gd name="T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9" name="Oval 2520">
                <a:extLst>
                  <a:ext uri="{FF2B5EF4-FFF2-40B4-BE49-F238E27FC236}">
                    <a16:creationId xmlns:a16="http://schemas.microsoft.com/office/drawing/2014/main" id="{41B243AD-724F-C4B2-2068-4845702EB4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4087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0" name="Freeform 2521">
                <a:extLst>
                  <a:ext uri="{FF2B5EF4-FFF2-40B4-BE49-F238E27FC236}">
                    <a16:creationId xmlns:a16="http://schemas.microsoft.com/office/drawing/2014/main" id="{C5F62716-ED7C-D152-7A8C-94D8B785E5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11250" y="4835526"/>
                <a:ext cx="0" cy="3175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1" name="Freeform 2522">
                <a:extLst>
                  <a:ext uri="{FF2B5EF4-FFF2-40B4-BE49-F238E27FC236}">
                    <a16:creationId xmlns:a16="http://schemas.microsoft.com/office/drawing/2014/main" id="{0A82A0D6-566D-1DB1-282B-D8DCE7D6EB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65237" y="4835526"/>
                <a:ext cx="0" cy="3175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2" name="Freeform 2558">
                <a:extLst>
                  <a:ext uri="{FF2B5EF4-FFF2-40B4-BE49-F238E27FC236}">
                    <a16:creationId xmlns:a16="http://schemas.microsoft.com/office/drawing/2014/main" id="{B6597356-CBD7-1A47-63F6-61826BEB69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16862" y="499268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3" name="Oval 2559">
                <a:extLst>
                  <a:ext uri="{FF2B5EF4-FFF2-40B4-BE49-F238E27FC236}">
                    <a16:creationId xmlns:a16="http://schemas.microsoft.com/office/drawing/2014/main" id="{0992ADBD-F3CD-368A-3458-FCB09FB43F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0850" y="4989514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4" name="Oval 2560">
                <a:extLst>
                  <a:ext uri="{FF2B5EF4-FFF2-40B4-BE49-F238E27FC236}">
                    <a16:creationId xmlns:a16="http://schemas.microsoft.com/office/drawing/2014/main" id="{5E61AC2C-D269-1A7A-B75B-3DA1D42FDB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24837" y="4989514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5" name="Oval 2561">
                <a:extLst>
                  <a:ext uri="{FF2B5EF4-FFF2-40B4-BE49-F238E27FC236}">
                    <a16:creationId xmlns:a16="http://schemas.microsoft.com/office/drawing/2014/main" id="{555CA87D-8189-13FE-3B96-D88071BA2B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78825" y="4989514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6" name="Oval 2562">
                <a:extLst>
                  <a:ext uri="{FF2B5EF4-FFF2-40B4-BE49-F238E27FC236}">
                    <a16:creationId xmlns:a16="http://schemas.microsoft.com/office/drawing/2014/main" id="{A4B97715-AEF6-BD47-7561-169112AF63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32812" y="4986339"/>
                <a:ext cx="9525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7" name="Oval 2563">
                <a:extLst>
                  <a:ext uri="{FF2B5EF4-FFF2-40B4-BE49-F238E27FC236}">
                    <a16:creationId xmlns:a16="http://schemas.microsoft.com/office/drawing/2014/main" id="{82DF89D8-783B-2609-298C-9DDAD74B08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88387" y="4986339"/>
                <a:ext cx="7938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8" name="Oval 2564">
                <a:extLst>
                  <a:ext uri="{FF2B5EF4-FFF2-40B4-BE49-F238E27FC236}">
                    <a16:creationId xmlns:a16="http://schemas.microsoft.com/office/drawing/2014/main" id="{E80105AB-EAF5-DCC6-57E4-E8EE603FFB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2375" y="4986339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9" name="Oval 2565">
                <a:extLst>
                  <a:ext uri="{FF2B5EF4-FFF2-40B4-BE49-F238E27FC236}">
                    <a16:creationId xmlns:a16="http://schemas.microsoft.com/office/drawing/2014/main" id="{97AC987B-39AA-E762-F0FA-B02A9B9F1C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362" y="4986339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0" name="Oval 2566">
                <a:extLst>
                  <a:ext uri="{FF2B5EF4-FFF2-40B4-BE49-F238E27FC236}">
                    <a16:creationId xmlns:a16="http://schemas.microsoft.com/office/drawing/2014/main" id="{FC133EED-CA50-656B-E047-E26E19B5E1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0350" y="4983164"/>
                <a:ext cx="15875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1" name="Oval 2567">
                <a:extLst>
                  <a:ext uri="{FF2B5EF4-FFF2-40B4-BE49-F238E27FC236}">
                    <a16:creationId xmlns:a16="http://schemas.microsoft.com/office/drawing/2014/main" id="{E1849D6A-52AB-A327-8BA2-9D2F0A8F4E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5925" y="4983164"/>
                <a:ext cx="14288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2" name="Oval 2568">
                <a:extLst>
                  <a:ext uri="{FF2B5EF4-FFF2-40B4-BE49-F238E27FC236}">
                    <a16:creationId xmlns:a16="http://schemas.microsoft.com/office/drawing/2014/main" id="{7DDA55AA-4444-7A21-FAD5-8A86C03DE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63087" y="4983164"/>
                <a:ext cx="11113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3" name="Oval 2569">
                <a:extLst>
                  <a:ext uri="{FF2B5EF4-FFF2-40B4-BE49-F238E27FC236}">
                    <a16:creationId xmlns:a16="http://schemas.microsoft.com/office/drawing/2014/main" id="{493E3570-DB3F-0EE1-A752-D749F96824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7075" y="4986339"/>
                <a:ext cx="11113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4" name="Oval 2570">
                <a:extLst>
                  <a:ext uri="{FF2B5EF4-FFF2-40B4-BE49-F238E27FC236}">
                    <a16:creationId xmlns:a16="http://schemas.microsoft.com/office/drawing/2014/main" id="{19CF4160-A695-8B58-3D13-1066BA17E8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71062" y="4986339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5" name="Oval 2571">
                <a:extLst>
                  <a:ext uri="{FF2B5EF4-FFF2-40B4-BE49-F238E27FC236}">
                    <a16:creationId xmlns:a16="http://schemas.microsoft.com/office/drawing/2014/main" id="{7F3CBBBC-0D37-8EA8-EDFD-7DF779F556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28225" y="4986339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6" name="Oval 2572">
                <a:extLst>
                  <a:ext uri="{FF2B5EF4-FFF2-40B4-BE49-F238E27FC236}">
                    <a16:creationId xmlns:a16="http://schemas.microsoft.com/office/drawing/2014/main" id="{5B71671B-1834-1080-2AFF-70537EBCEB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2212" y="4986339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7" name="Oval 2573">
                <a:extLst>
                  <a:ext uri="{FF2B5EF4-FFF2-40B4-BE49-F238E27FC236}">
                    <a16:creationId xmlns:a16="http://schemas.microsoft.com/office/drawing/2014/main" id="{BA677A4A-CB90-3C3F-4119-655248EBA0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37787" y="4986339"/>
                <a:ext cx="11113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8" name="Oval 2574">
                <a:extLst>
                  <a:ext uri="{FF2B5EF4-FFF2-40B4-BE49-F238E27FC236}">
                    <a16:creationId xmlns:a16="http://schemas.microsoft.com/office/drawing/2014/main" id="{75BFB2F8-2A16-7E6E-EAAE-5B324A121C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94950" y="4986339"/>
                <a:ext cx="7938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9" name="Oval 2575">
                <a:extLst>
                  <a:ext uri="{FF2B5EF4-FFF2-40B4-BE49-F238E27FC236}">
                    <a16:creationId xmlns:a16="http://schemas.microsoft.com/office/drawing/2014/main" id="{E5F42B11-2659-1A6B-C169-1E8413D534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48937" y="4986339"/>
                <a:ext cx="9525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0" name="Oval 2576">
                <a:extLst>
                  <a:ext uri="{FF2B5EF4-FFF2-40B4-BE49-F238E27FC236}">
                    <a16:creationId xmlns:a16="http://schemas.microsoft.com/office/drawing/2014/main" id="{193F9009-61E4-BDE2-B774-812314080A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06100" y="4986339"/>
                <a:ext cx="6350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1" name="Oval 2577">
                <a:extLst>
                  <a:ext uri="{FF2B5EF4-FFF2-40B4-BE49-F238E27FC236}">
                    <a16:creationId xmlns:a16="http://schemas.microsoft.com/office/drawing/2014/main" id="{ED79DD8F-86C2-8DBA-6C10-0D1BEAD96B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60087" y="4989514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2" name="Oval 2578">
                <a:extLst>
                  <a:ext uri="{FF2B5EF4-FFF2-40B4-BE49-F238E27FC236}">
                    <a16:creationId xmlns:a16="http://schemas.microsoft.com/office/drawing/2014/main" id="{9BBE9F82-578B-1BD4-32FC-EC511FD764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15662" y="4989514"/>
                <a:ext cx="4763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3" name="Oval 2579">
                <a:extLst>
                  <a:ext uri="{FF2B5EF4-FFF2-40B4-BE49-F238E27FC236}">
                    <a16:creationId xmlns:a16="http://schemas.microsoft.com/office/drawing/2014/main" id="{AEB1E284-D273-7C5B-BF52-F67A1B82C8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2825" y="4989514"/>
                <a:ext cx="4763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4" name="Oval 2580">
                <a:extLst>
                  <a:ext uri="{FF2B5EF4-FFF2-40B4-BE49-F238E27FC236}">
                    <a16:creationId xmlns:a16="http://schemas.microsoft.com/office/drawing/2014/main" id="{A0850AFE-C4AB-F6C1-1C03-412E1700C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26812" y="4989514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5" name="Oval 2581">
                <a:extLst>
                  <a:ext uri="{FF2B5EF4-FFF2-40B4-BE49-F238E27FC236}">
                    <a16:creationId xmlns:a16="http://schemas.microsoft.com/office/drawing/2014/main" id="{A228C9DA-0D15-F69F-7721-0CD2F9774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80800" y="4989514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6" name="Oval 2582">
                <a:extLst>
                  <a:ext uri="{FF2B5EF4-FFF2-40B4-BE49-F238E27FC236}">
                    <a16:creationId xmlns:a16="http://schemas.microsoft.com/office/drawing/2014/main" id="{4C9C731E-DC6C-A2BA-AAC9-8FF60C9FF7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4787" y="4989514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7" name="Oval 2583">
                <a:extLst>
                  <a:ext uri="{FF2B5EF4-FFF2-40B4-BE49-F238E27FC236}">
                    <a16:creationId xmlns:a16="http://schemas.microsoft.com/office/drawing/2014/main" id="{8E160762-908F-12E5-764F-B51D1C142E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91950" y="4989514"/>
                <a:ext cx="3175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8" name="Oval 2584">
                <a:extLst>
                  <a:ext uri="{FF2B5EF4-FFF2-40B4-BE49-F238E27FC236}">
                    <a16:creationId xmlns:a16="http://schemas.microsoft.com/office/drawing/2014/main" id="{91A36B2F-5990-BB42-9A1A-665C9AEBA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47525" y="4989514"/>
                <a:ext cx="4763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9" name="Oval 2585">
                <a:extLst>
                  <a:ext uri="{FF2B5EF4-FFF2-40B4-BE49-F238E27FC236}">
                    <a16:creationId xmlns:a16="http://schemas.microsoft.com/office/drawing/2014/main" id="{0B9870B3-E769-0020-29AE-2A25CFA739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01512" y="4989514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70" name="Oval 2586">
                <a:extLst>
                  <a:ext uri="{FF2B5EF4-FFF2-40B4-BE49-F238E27FC236}">
                    <a16:creationId xmlns:a16="http://schemas.microsoft.com/office/drawing/2014/main" id="{A17C96FB-6B09-7A4A-E8EC-F08A6CB74D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58675" y="4989514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71" name="Oval 2587">
                <a:extLst>
                  <a:ext uri="{FF2B5EF4-FFF2-40B4-BE49-F238E27FC236}">
                    <a16:creationId xmlns:a16="http://schemas.microsoft.com/office/drawing/2014/main" id="{C469C67D-3D96-47B2-2868-F2F74C50A9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12662" y="4989514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72" name="Oval 2588">
                <a:extLst>
                  <a:ext uri="{FF2B5EF4-FFF2-40B4-BE49-F238E27FC236}">
                    <a16:creationId xmlns:a16="http://schemas.microsoft.com/office/drawing/2014/main" id="{8AA76F3D-84F8-8C3E-8943-F8E0821B7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6650" y="4989514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73" name="Oval 2589">
                <a:extLst>
                  <a:ext uri="{FF2B5EF4-FFF2-40B4-BE49-F238E27FC236}">
                    <a16:creationId xmlns:a16="http://schemas.microsoft.com/office/drawing/2014/main" id="{C4F483AA-C616-80AE-9EEE-8756915D64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22225" y="4989514"/>
                <a:ext cx="4763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74" name="Oval 2590">
                <a:extLst>
                  <a:ext uri="{FF2B5EF4-FFF2-40B4-BE49-F238E27FC236}">
                    <a16:creationId xmlns:a16="http://schemas.microsoft.com/office/drawing/2014/main" id="{B44ABDA9-5C4A-3A73-6C1F-B9DE9CCF08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9387" y="4989514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75" name="Oval 2591">
                <a:extLst>
                  <a:ext uri="{FF2B5EF4-FFF2-40B4-BE49-F238E27FC236}">
                    <a16:creationId xmlns:a16="http://schemas.microsoft.com/office/drawing/2014/main" id="{95B3CC74-8444-E2EE-AAB0-7B850C356D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33375" y="4989514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76" name="Oval 2592">
                <a:extLst>
                  <a:ext uri="{FF2B5EF4-FFF2-40B4-BE49-F238E27FC236}">
                    <a16:creationId xmlns:a16="http://schemas.microsoft.com/office/drawing/2014/main" id="{61F215F0-F251-CAA3-2831-C132C35608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7362" y="4989514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77" name="Oval 2593">
                <a:extLst>
                  <a:ext uri="{FF2B5EF4-FFF2-40B4-BE49-F238E27FC236}">
                    <a16:creationId xmlns:a16="http://schemas.microsoft.com/office/drawing/2014/main" id="{D21AB736-365A-9E06-7F65-BDC4C25FCD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44525" y="4989514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78" name="Oval 2594">
                <a:extLst>
                  <a:ext uri="{FF2B5EF4-FFF2-40B4-BE49-F238E27FC236}">
                    <a16:creationId xmlns:a16="http://schemas.microsoft.com/office/drawing/2014/main" id="{2605A079-DEFF-0811-C836-7F12243FF4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00100" y="4989514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79" name="Oval 2595">
                <a:extLst>
                  <a:ext uri="{FF2B5EF4-FFF2-40B4-BE49-F238E27FC236}">
                    <a16:creationId xmlns:a16="http://schemas.microsoft.com/office/drawing/2014/main" id="{0303E1CB-91D7-D84F-A014-1E9B8FF45C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4087" y="4989514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80" name="Rectangle 2596">
                <a:extLst>
                  <a:ext uri="{FF2B5EF4-FFF2-40B4-BE49-F238E27FC236}">
                    <a16:creationId xmlns:a16="http://schemas.microsoft.com/office/drawing/2014/main" id="{B740EF93-7026-5DC0-96C1-C339411D4D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11250" y="4992689"/>
                <a:ext cx="1588" cy="15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81" name="Freeform 2597">
                <a:extLst>
                  <a:ext uri="{FF2B5EF4-FFF2-40B4-BE49-F238E27FC236}">
                    <a16:creationId xmlns:a16="http://schemas.microsoft.com/office/drawing/2014/main" id="{0817FC87-CA75-BA32-DA95-B3B38DE101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65237" y="499268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82" name="Freeform 2634">
                <a:extLst>
                  <a:ext uri="{FF2B5EF4-FFF2-40B4-BE49-F238E27FC236}">
                    <a16:creationId xmlns:a16="http://schemas.microsoft.com/office/drawing/2014/main" id="{40BEA3A0-F058-6447-DB0F-EBFE8A6A4B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16862" y="514667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83" name="Oval 2635">
                <a:extLst>
                  <a:ext uri="{FF2B5EF4-FFF2-40B4-BE49-F238E27FC236}">
                    <a16:creationId xmlns:a16="http://schemas.microsoft.com/office/drawing/2014/main" id="{9D2D9295-3D42-CFEF-2395-FD2B0D3A01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0850" y="5146676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84" name="Oval 2636">
                <a:extLst>
                  <a:ext uri="{FF2B5EF4-FFF2-40B4-BE49-F238E27FC236}">
                    <a16:creationId xmlns:a16="http://schemas.microsoft.com/office/drawing/2014/main" id="{95D10D5E-36FF-656E-E474-37EE61DD36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24837" y="5143501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85" name="Oval 2637">
                <a:extLst>
                  <a:ext uri="{FF2B5EF4-FFF2-40B4-BE49-F238E27FC236}">
                    <a16:creationId xmlns:a16="http://schemas.microsoft.com/office/drawing/2014/main" id="{289AC5DB-E69F-2BA2-98CD-70B13AFB75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78825" y="5140326"/>
                <a:ext cx="9525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86" name="Oval 2638">
                <a:extLst>
                  <a:ext uri="{FF2B5EF4-FFF2-40B4-BE49-F238E27FC236}">
                    <a16:creationId xmlns:a16="http://schemas.microsoft.com/office/drawing/2014/main" id="{5C9EB957-33BC-CBCE-2EED-6DF7AE8AB9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31225" y="5140326"/>
                <a:ext cx="11113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87" name="Oval 2639">
                <a:extLst>
                  <a:ext uri="{FF2B5EF4-FFF2-40B4-BE49-F238E27FC236}">
                    <a16:creationId xmlns:a16="http://schemas.microsoft.com/office/drawing/2014/main" id="{E0E83B57-0000-5828-7ACA-60223FA78B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85212" y="5138738"/>
                <a:ext cx="14288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88" name="Oval 2640">
                <a:extLst>
                  <a:ext uri="{FF2B5EF4-FFF2-40B4-BE49-F238E27FC236}">
                    <a16:creationId xmlns:a16="http://schemas.microsoft.com/office/drawing/2014/main" id="{8FFE88F5-9C9C-6896-75DC-F2E7C94FA2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39200" y="5138738"/>
                <a:ext cx="17463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89" name="Oval 2641">
                <a:extLst>
                  <a:ext uri="{FF2B5EF4-FFF2-40B4-BE49-F238E27FC236}">
                    <a16:creationId xmlns:a16="http://schemas.microsoft.com/office/drawing/2014/main" id="{6B291508-885F-EFD4-0AF1-3069FA306B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3187" y="5138738"/>
                <a:ext cx="19050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90" name="Oval 2642">
                <a:extLst>
                  <a:ext uri="{FF2B5EF4-FFF2-40B4-BE49-F238E27FC236}">
                    <a16:creationId xmlns:a16="http://schemas.microsoft.com/office/drawing/2014/main" id="{5E577F1E-CA7B-D80E-0CE2-DE9FBAEE9D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7175" y="5138738"/>
                <a:ext cx="22225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91" name="Oval 2643">
                <a:extLst>
                  <a:ext uri="{FF2B5EF4-FFF2-40B4-BE49-F238E27FC236}">
                    <a16:creationId xmlns:a16="http://schemas.microsoft.com/office/drawing/2014/main" id="{3F66C343-DFE0-6D99-8079-C9F4653A0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2750" y="5138738"/>
                <a:ext cx="20638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92" name="Oval 2644">
                <a:extLst>
                  <a:ext uri="{FF2B5EF4-FFF2-40B4-BE49-F238E27FC236}">
                    <a16:creationId xmlns:a16="http://schemas.microsoft.com/office/drawing/2014/main" id="{3BC30E51-4551-8BF6-4FE4-45CA3E5E99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9912" y="5138738"/>
                <a:ext cx="17463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93" name="Oval 2645">
                <a:extLst>
                  <a:ext uri="{FF2B5EF4-FFF2-40B4-BE49-F238E27FC236}">
                    <a16:creationId xmlns:a16="http://schemas.microsoft.com/office/drawing/2014/main" id="{4C5A5554-F4CE-C95C-350F-F145D908AC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3900" y="5138738"/>
                <a:ext cx="17463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94" name="Oval 2646">
                <a:extLst>
                  <a:ext uri="{FF2B5EF4-FFF2-40B4-BE49-F238E27FC236}">
                    <a16:creationId xmlns:a16="http://schemas.microsoft.com/office/drawing/2014/main" id="{4EDDCAC1-FEE8-D6A3-4221-67037BC869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67887" y="5138738"/>
                <a:ext cx="19050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95" name="Oval 2647">
                <a:extLst>
                  <a:ext uri="{FF2B5EF4-FFF2-40B4-BE49-F238E27FC236}">
                    <a16:creationId xmlns:a16="http://schemas.microsoft.com/office/drawing/2014/main" id="{2377EE00-FCB7-027B-8303-E77A061941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25050" y="5138738"/>
                <a:ext cx="15875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96" name="Oval 2648">
                <a:extLst>
                  <a:ext uri="{FF2B5EF4-FFF2-40B4-BE49-F238E27FC236}">
                    <a16:creationId xmlns:a16="http://schemas.microsoft.com/office/drawing/2014/main" id="{6C1C145C-13FF-071B-A2B1-04A4BF9ADC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0625" y="5138738"/>
                <a:ext cx="14288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97" name="Oval 2649">
                <a:extLst>
                  <a:ext uri="{FF2B5EF4-FFF2-40B4-BE49-F238E27FC236}">
                    <a16:creationId xmlns:a16="http://schemas.microsoft.com/office/drawing/2014/main" id="{C0A1E49B-D948-7F55-12ED-3AEBF194F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37787" y="5140326"/>
                <a:ext cx="11113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98" name="Oval 2650">
                <a:extLst>
                  <a:ext uri="{FF2B5EF4-FFF2-40B4-BE49-F238E27FC236}">
                    <a16:creationId xmlns:a16="http://schemas.microsoft.com/office/drawing/2014/main" id="{131D333D-02DE-FAA2-E1FA-CE6B016077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91775" y="5140326"/>
                <a:ext cx="14288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99" name="Oval 2651">
                <a:extLst>
                  <a:ext uri="{FF2B5EF4-FFF2-40B4-BE49-F238E27FC236}">
                    <a16:creationId xmlns:a16="http://schemas.microsoft.com/office/drawing/2014/main" id="{CC8F1BC9-A816-4EAC-C322-EC1AFFCEC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45762" y="5140326"/>
                <a:ext cx="15875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00" name="Oval 2652">
                <a:extLst>
                  <a:ext uri="{FF2B5EF4-FFF2-40B4-BE49-F238E27FC236}">
                    <a16:creationId xmlns:a16="http://schemas.microsoft.com/office/drawing/2014/main" id="{87F2E9BA-7EB8-BFBF-4E1E-598321333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02925" y="5140326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01" name="Oval 2653">
                <a:extLst>
                  <a:ext uri="{FF2B5EF4-FFF2-40B4-BE49-F238E27FC236}">
                    <a16:creationId xmlns:a16="http://schemas.microsoft.com/office/drawing/2014/main" id="{B216B80C-FDD2-F931-6B5B-3A8B121E9F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56912" y="5140326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02" name="Oval 2654">
                <a:extLst>
                  <a:ext uri="{FF2B5EF4-FFF2-40B4-BE49-F238E27FC236}">
                    <a16:creationId xmlns:a16="http://schemas.microsoft.com/office/drawing/2014/main" id="{E1EE0701-4108-2304-B0E5-4B13C3D196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15662" y="5140326"/>
                <a:ext cx="7938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03" name="Oval 2655">
                <a:extLst>
                  <a:ext uri="{FF2B5EF4-FFF2-40B4-BE49-F238E27FC236}">
                    <a16:creationId xmlns:a16="http://schemas.microsoft.com/office/drawing/2014/main" id="{022A6345-C212-1625-2AE9-5877EB1DEA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69650" y="5140326"/>
                <a:ext cx="7938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04" name="Oval 2656">
                <a:extLst>
                  <a:ext uri="{FF2B5EF4-FFF2-40B4-BE49-F238E27FC236}">
                    <a16:creationId xmlns:a16="http://schemas.microsoft.com/office/drawing/2014/main" id="{CC54FB7B-CB55-1143-9F28-564FA2AB6C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23637" y="5140326"/>
                <a:ext cx="9525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05" name="Oval 2657">
                <a:extLst>
                  <a:ext uri="{FF2B5EF4-FFF2-40B4-BE49-F238E27FC236}">
                    <a16:creationId xmlns:a16="http://schemas.microsoft.com/office/drawing/2014/main" id="{7A6530C8-4A0C-A095-767B-4F4202725C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77625" y="5140326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06" name="Oval 2658">
                <a:extLst>
                  <a:ext uri="{FF2B5EF4-FFF2-40B4-BE49-F238E27FC236}">
                    <a16:creationId xmlns:a16="http://schemas.microsoft.com/office/drawing/2014/main" id="{0C584D88-851A-DD3D-0E11-B14B94BBBB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4787" y="5143501"/>
                <a:ext cx="9525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07" name="Oval 2659">
                <a:extLst>
                  <a:ext uri="{FF2B5EF4-FFF2-40B4-BE49-F238E27FC236}">
                    <a16:creationId xmlns:a16="http://schemas.microsoft.com/office/drawing/2014/main" id="{56AE4CB0-18D5-F5E1-E986-F108812149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90362" y="5143501"/>
                <a:ext cx="7938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08" name="Oval 2660">
                <a:extLst>
                  <a:ext uri="{FF2B5EF4-FFF2-40B4-BE49-F238E27FC236}">
                    <a16:creationId xmlns:a16="http://schemas.microsoft.com/office/drawing/2014/main" id="{0F1F310E-3BE3-EC41-7D0D-2F312241A4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47525" y="5143501"/>
                <a:ext cx="4763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09" name="Oval 2661">
                <a:extLst>
                  <a:ext uri="{FF2B5EF4-FFF2-40B4-BE49-F238E27FC236}">
                    <a16:creationId xmlns:a16="http://schemas.microsoft.com/office/drawing/2014/main" id="{13761C8C-ED69-43BF-B888-11A405905E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01512" y="5143501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0" name="Oval 2662">
                <a:extLst>
                  <a:ext uri="{FF2B5EF4-FFF2-40B4-BE49-F238E27FC236}">
                    <a16:creationId xmlns:a16="http://schemas.microsoft.com/office/drawing/2014/main" id="{C4E020AC-459C-E8EA-7CCD-07D7D6C148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55500" y="5143501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1" name="Oval 2663">
                <a:extLst>
                  <a:ext uri="{FF2B5EF4-FFF2-40B4-BE49-F238E27FC236}">
                    <a16:creationId xmlns:a16="http://schemas.microsoft.com/office/drawing/2014/main" id="{37A89536-DDF5-9164-E54E-4F38552D67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12662" y="5143501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2" name="Oval 2664">
                <a:extLst>
                  <a:ext uri="{FF2B5EF4-FFF2-40B4-BE49-F238E27FC236}">
                    <a16:creationId xmlns:a16="http://schemas.microsoft.com/office/drawing/2014/main" id="{9BD186F5-FDC5-5150-A724-6623B9D9AD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6650" y="5143501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3" name="Oval 2665">
                <a:extLst>
                  <a:ext uri="{FF2B5EF4-FFF2-40B4-BE49-F238E27FC236}">
                    <a16:creationId xmlns:a16="http://schemas.microsoft.com/office/drawing/2014/main" id="{E9AFE826-4989-D569-EAC5-10D3CD51CA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22225" y="5143501"/>
                <a:ext cx="4763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4" name="Oval 2666">
                <a:extLst>
                  <a:ext uri="{FF2B5EF4-FFF2-40B4-BE49-F238E27FC236}">
                    <a16:creationId xmlns:a16="http://schemas.microsoft.com/office/drawing/2014/main" id="{19B74140-073A-1890-37C9-4AECB85E6C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6212" y="5143501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5" name="Oval 2667">
                <a:extLst>
                  <a:ext uri="{FF2B5EF4-FFF2-40B4-BE49-F238E27FC236}">
                    <a16:creationId xmlns:a16="http://schemas.microsoft.com/office/drawing/2014/main" id="{2BE2651F-FEFB-F939-E174-6529380107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33375" y="5143501"/>
                <a:ext cx="3175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6" name="Oval 2668">
                <a:extLst>
                  <a:ext uri="{FF2B5EF4-FFF2-40B4-BE49-F238E27FC236}">
                    <a16:creationId xmlns:a16="http://schemas.microsoft.com/office/drawing/2014/main" id="{906EAB18-28A7-6C37-F07B-FD63CA4E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7362" y="5143501"/>
                <a:ext cx="3175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7" name="Oval 2669">
                <a:extLst>
                  <a:ext uri="{FF2B5EF4-FFF2-40B4-BE49-F238E27FC236}">
                    <a16:creationId xmlns:a16="http://schemas.microsoft.com/office/drawing/2014/main" id="{76341A0B-C17D-9376-78DA-17BA7A955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41350" y="5143501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8" name="Oval 2670">
                <a:extLst>
                  <a:ext uri="{FF2B5EF4-FFF2-40B4-BE49-F238E27FC236}">
                    <a16:creationId xmlns:a16="http://schemas.microsoft.com/office/drawing/2014/main" id="{E54D866A-1780-E800-5824-51D59F409F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00100" y="5146676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9" name="Oval 2671">
                <a:extLst>
                  <a:ext uri="{FF2B5EF4-FFF2-40B4-BE49-F238E27FC236}">
                    <a16:creationId xmlns:a16="http://schemas.microsoft.com/office/drawing/2014/main" id="{F5BF70CE-F3B5-B8D4-CB1F-A63391DD1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4087" y="5146676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0" name="Oval 2672">
                <a:extLst>
                  <a:ext uri="{FF2B5EF4-FFF2-40B4-BE49-F238E27FC236}">
                    <a16:creationId xmlns:a16="http://schemas.microsoft.com/office/drawing/2014/main" id="{F1445D73-C430-FFC9-2E2F-0BD5836F1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08075" y="5146676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1" name="Freeform 2673">
                <a:extLst>
                  <a:ext uri="{FF2B5EF4-FFF2-40B4-BE49-F238E27FC236}">
                    <a16:creationId xmlns:a16="http://schemas.microsoft.com/office/drawing/2014/main" id="{6BB4DB01-F8B1-BEDB-A9F2-43F9EC2D7C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65237" y="514667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2" name="Oval 2709">
                <a:extLst>
                  <a:ext uri="{FF2B5EF4-FFF2-40B4-BE49-F238E27FC236}">
                    <a16:creationId xmlns:a16="http://schemas.microsoft.com/office/drawing/2014/main" id="{D14B88E6-75C4-F985-70BD-49F1D204EE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16862" y="53022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3" name="Oval 2710">
                <a:extLst>
                  <a:ext uri="{FF2B5EF4-FFF2-40B4-BE49-F238E27FC236}">
                    <a16:creationId xmlns:a16="http://schemas.microsoft.com/office/drawing/2014/main" id="{93F5D327-445B-8390-AD8B-259FCFD0E5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0850" y="53022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4" name="Oval 2711">
                <a:extLst>
                  <a:ext uri="{FF2B5EF4-FFF2-40B4-BE49-F238E27FC236}">
                    <a16:creationId xmlns:a16="http://schemas.microsoft.com/office/drawing/2014/main" id="{FAF23F78-697A-94CF-FEC0-62F9D390E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21662" y="5299076"/>
                <a:ext cx="9525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5" name="Oval 2712">
                <a:extLst>
                  <a:ext uri="{FF2B5EF4-FFF2-40B4-BE49-F238E27FC236}">
                    <a16:creationId xmlns:a16="http://schemas.microsoft.com/office/drawing/2014/main" id="{672AC6E6-15FE-DE89-5A1D-9F2D067A29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75650" y="5295901"/>
                <a:ext cx="12700" cy="111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6" name="Oval 2713">
                <a:extLst>
                  <a:ext uri="{FF2B5EF4-FFF2-40B4-BE49-F238E27FC236}">
                    <a16:creationId xmlns:a16="http://schemas.microsoft.com/office/drawing/2014/main" id="{0E9243CF-5E4D-F7F4-3AB5-7510E8584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28050" y="5292726"/>
                <a:ext cx="17463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7" name="Oval 2714">
                <a:extLst>
                  <a:ext uri="{FF2B5EF4-FFF2-40B4-BE49-F238E27FC236}">
                    <a16:creationId xmlns:a16="http://schemas.microsoft.com/office/drawing/2014/main" id="{631DADFF-CC94-DB81-D4B5-82A6D9F6B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82037" y="5292726"/>
                <a:ext cx="20638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8" name="Oval 2715">
                <a:extLst>
                  <a:ext uri="{FF2B5EF4-FFF2-40B4-BE49-F238E27FC236}">
                    <a16:creationId xmlns:a16="http://schemas.microsoft.com/office/drawing/2014/main" id="{C5705ACF-7B33-72E2-A834-7ACA6AE9AB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36025" y="5289551"/>
                <a:ext cx="23813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9" name="Oval 2716">
                <a:extLst>
                  <a:ext uri="{FF2B5EF4-FFF2-40B4-BE49-F238E27FC236}">
                    <a16:creationId xmlns:a16="http://schemas.microsoft.com/office/drawing/2014/main" id="{16FB6EC5-858F-71B3-3759-82160B6B03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86837" y="5289551"/>
                <a:ext cx="30163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0" name="Oval 2717">
                <a:extLst>
                  <a:ext uri="{FF2B5EF4-FFF2-40B4-BE49-F238E27FC236}">
                    <a16:creationId xmlns:a16="http://schemas.microsoft.com/office/drawing/2014/main" id="{959D4AD0-3538-164B-467F-A3FC1ADBE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2412" y="5286376"/>
                <a:ext cx="30163" cy="301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1" name="Oval 2718">
                <a:extLst>
                  <a:ext uri="{FF2B5EF4-FFF2-40B4-BE49-F238E27FC236}">
                    <a16:creationId xmlns:a16="http://schemas.microsoft.com/office/drawing/2014/main" id="{4F44287D-AA5D-E4C9-9AF0-6E5D6EDA23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9575" y="5286376"/>
                <a:ext cx="26988" cy="301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2" name="Oval 2719">
                <a:extLst>
                  <a:ext uri="{FF2B5EF4-FFF2-40B4-BE49-F238E27FC236}">
                    <a16:creationId xmlns:a16="http://schemas.microsoft.com/office/drawing/2014/main" id="{C39FE869-C68D-B434-9D9C-B6E312B58E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3562" y="5289551"/>
                <a:ext cx="30163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3" name="Oval 2720">
                <a:extLst>
                  <a:ext uri="{FF2B5EF4-FFF2-40B4-BE49-F238E27FC236}">
                    <a16:creationId xmlns:a16="http://schemas.microsoft.com/office/drawing/2014/main" id="{E9F54F29-39C1-6213-03F9-5F8038F99E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0725" y="5289551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4" name="Oval 2721">
                <a:extLst>
                  <a:ext uri="{FF2B5EF4-FFF2-40B4-BE49-F238E27FC236}">
                    <a16:creationId xmlns:a16="http://schemas.microsoft.com/office/drawing/2014/main" id="{58C055EC-BF15-90D5-5EA0-CDB5921CBE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64712" y="5289551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5" name="Oval 2722">
                <a:extLst>
                  <a:ext uri="{FF2B5EF4-FFF2-40B4-BE49-F238E27FC236}">
                    <a16:creationId xmlns:a16="http://schemas.microsoft.com/office/drawing/2014/main" id="{93937EAE-89F7-BB84-75C7-95307E76C0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21875" y="5289551"/>
                <a:ext cx="25400" cy="238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6" name="Oval 2723">
                <a:extLst>
                  <a:ext uri="{FF2B5EF4-FFF2-40B4-BE49-F238E27FC236}">
                    <a16:creationId xmlns:a16="http://schemas.microsoft.com/office/drawing/2014/main" id="{E5B3A4C8-4AC8-EDE4-199C-E0FE008DD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77450" y="5292726"/>
                <a:ext cx="23813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7" name="Oval 2724">
                <a:extLst>
                  <a:ext uri="{FF2B5EF4-FFF2-40B4-BE49-F238E27FC236}">
                    <a16:creationId xmlns:a16="http://schemas.microsoft.com/office/drawing/2014/main" id="{7B4083F0-F576-85A5-FC32-D9B3DC4A00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34612" y="5292726"/>
                <a:ext cx="17463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8" name="Oval 2725">
                <a:extLst>
                  <a:ext uri="{FF2B5EF4-FFF2-40B4-BE49-F238E27FC236}">
                    <a16:creationId xmlns:a16="http://schemas.microsoft.com/office/drawing/2014/main" id="{37477B0A-BCC1-A8E5-B297-11359D87C4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88600" y="5292726"/>
                <a:ext cx="17463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9" name="Oval 2726">
                <a:extLst>
                  <a:ext uri="{FF2B5EF4-FFF2-40B4-BE49-F238E27FC236}">
                    <a16:creationId xmlns:a16="http://schemas.microsoft.com/office/drawing/2014/main" id="{8FA4441C-0546-1205-308F-7CF9E6CAC4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45762" y="5292726"/>
                <a:ext cx="19050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0" name="Oval 2727">
                <a:extLst>
                  <a:ext uri="{FF2B5EF4-FFF2-40B4-BE49-F238E27FC236}">
                    <a16:creationId xmlns:a16="http://schemas.microsoft.com/office/drawing/2014/main" id="{E812E1EE-E564-AE3B-5787-C5029564A6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9750" y="5292726"/>
                <a:ext cx="19050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1" name="Oval 2728">
                <a:extLst>
                  <a:ext uri="{FF2B5EF4-FFF2-40B4-BE49-F238E27FC236}">
                    <a16:creationId xmlns:a16="http://schemas.microsoft.com/office/drawing/2014/main" id="{911C909B-5A96-14E6-FF7F-F1E61F93BD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55325" y="5295901"/>
                <a:ext cx="17463" cy="142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2" name="Oval 2729">
                <a:extLst>
                  <a:ext uri="{FF2B5EF4-FFF2-40B4-BE49-F238E27FC236}">
                    <a16:creationId xmlns:a16="http://schemas.microsoft.com/office/drawing/2014/main" id="{F36A8C58-3473-D108-4A01-5B74785317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12487" y="5295901"/>
                <a:ext cx="14288" cy="142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3" name="Oval 2730">
                <a:extLst>
                  <a:ext uri="{FF2B5EF4-FFF2-40B4-BE49-F238E27FC236}">
                    <a16:creationId xmlns:a16="http://schemas.microsoft.com/office/drawing/2014/main" id="{556B4162-FE88-857F-AFC3-CA90D5A89A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66475" y="5295901"/>
                <a:ext cx="14288" cy="142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4" name="Oval 2731">
                <a:extLst>
                  <a:ext uri="{FF2B5EF4-FFF2-40B4-BE49-F238E27FC236}">
                    <a16:creationId xmlns:a16="http://schemas.microsoft.com/office/drawing/2014/main" id="{6AFEF406-B4B2-2EEE-A32A-2CE1ACA4F0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23637" y="5295901"/>
                <a:ext cx="12700" cy="142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5" name="Oval 2732">
                <a:extLst>
                  <a:ext uri="{FF2B5EF4-FFF2-40B4-BE49-F238E27FC236}">
                    <a16:creationId xmlns:a16="http://schemas.microsoft.com/office/drawing/2014/main" id="{324B0ABF-67DF-4714-23C2-5ACDDCC29E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77625" y="5295901"/>
                <a:ext cx="12700" cy="111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6" name="Oval 2733">
                <a:extLst>
                  <a:ext uri="{FF2B5EF4-FFF2-40B4-BE49-F238E27FC236}">
                    <a16:creationId xmlns:a16="http://schemas.microsoft.com/office/drawing/2014/main" id="{47C4B4B2-CAB5-FB25-00DB-5C5A0EBD97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1612" y="5295901"/>
                <a:ext cx="12700" cy="111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7" name="Oval 2734">
                <a:extLst>
                  <a:ext uri="{FF2B5EF4-FFF2-40B4-BE49-F238E27FC236}">
                    <a16:creationId xmlns:a16="http://schemas.microsoft.com/office/drawing/2014/main" id="{CA4EC1CE-36AF-48ED-F082-DF994DCFE9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90362" y="5295901"/>
                <a:ext cx="7938" cy="111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8" name="Oval 2735">
                <a:extLst>
                  <a:ext uri="{FF2B5EF4-FFF2-40B4-BE49-F238E27FC236}">
                    <a16:creationId xmlns:a16="http://schemas.microsoft.com/office/drawing/2014/main" id="{EBDEB4B7-1D87-CD80-FAA3-E22C4453A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44350" y="5295901"/>
                <a:ext cx="11113" cy="111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9" name="Oval 2736">
                <a:extLst>
                  <a:ext uri="{FF2B5EF4-FFF2-40B4-BE49-F238E27FC236}">
                    <a16:creationId xmlns:a16="http://schemas.microsoft.com/office/drawing/2014/main" id="{AD604C6A-4C7A-70FE-75DA-164E703519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98337" y="5299076"/>
                <a:ext cx="12700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0" name="Oval 2737">
                <a:extLst>
                  <a:ext uri="{FF2B5EF4-FFF2-40B4-BE49-F238E27FC236}">
                    <a16:creationId xmlns:a16="http://schemas.microsoft.com/office/drawing/2014/main" id="{0DAE433D-63CF-8CC9-E726-6966CE9420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55500" y="5299076"/>
                <a:ext cx="9525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1" name="Oval 2738">
                <a:extLst>
                  <a:ext uri="{FF2B5EF4-FFF2-40B4-BE49-F238E27FC236}">
                    <a16:creationId xmlns:a16="http://schemas.microsoft.com/office/drawing/2014/main" id="{A6DD842B-CC5E-A112-8236-3E2C2B498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09487" y="5299076"/>
                <a:ext cx="9525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2" name="Oval 2739">
                <a:extLst>
                  <a:ext uri="{FF2B5EF4-FFF2-40B4-BE49-F238E27FC236}">
                    <a16:creationId xmlns:a16="http://schemas.microsoft.com/office/drawing/2014/main" id="{59DE5E97-F361-F616-2C03-7C7B457A64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5062" y="5299076"/>
                <a:ext cx="7938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3" name="Oval 2740">
                <a:extLst>
                  <a:ext uri="{FF2B5EF4-FFF2-40B4-BE49-F238E27FC236}">
                    <a16:creationId xmlns:a16="http://schemas.microsoft.com/office/drawing/2014/main" id="{C91CD91A-A9C9-992D-28EC-CD83D56270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22225" y="5299076"/>
                <a:ext cx="4763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4" name="Oval 2741">
                <a:extLst>
                  <a:ext uri="{FF2B5EF4-FFF2-40B4-BE49-F238E27FC236}">
                    <a16:creationId xmlns:a16="http://schemas.microsoft.com/office/drawing/2014/main" id="{5FD09CD2-42A4-49F3-02D6-CB2527659F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6212" y="5299076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5" name="Oval 2742">
                <a:extLst>
                  <a:ext uri="{FF2B5EF4-FFF2-40B4-BE49-F238E27FC236}">
                    <a16:creationId xmlns:a16="http://schemas.microsoft.com/office/drawing/2014/main" id="{31ED9446-247F-D16C-F3E6-87D7E7E8BD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33375" y="5299076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6" name="Oval 2743">
                <a:extLst>
                  <a:ext uri="{FF2B5EF4-FFF2-40B4-BE49-F238E27FC236}">
                    <a16:creationId xmlns:a16="http://schemas.microsoft.com/office/drawing/2014/main" id="{67224382-65AC-CB0E-2471-AA9E05A4F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7362" y="5299076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7" name="Oval 2744">
                <a:extLst>
                  <a:ext uri="{FF2B5EF4-FFF2-40B4-BE49-F238E27FC236}">
                    <a16:creationId xmlns:a16="http://schemas.microsoft.com/office/drawing/2014/main" id="{EDDBCA24-EA4F-727D-A1AF-9C9EC0E303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41350" y="5302251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8" name="Oval 2745">
                <a:extLst>
                  <a:ext uri="{FF2B5EF4-FFF2-40B4-BE49-F238E27FC236}">
                    <a16:creationId xmlns:a16="http://schemas.microsoft.com/office/drawing/2014/main" id="{B00DD334-B16D-96E0-5F50-508EDBB965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00100" y="53022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9" name="Oval 2746">
                <a:extLst>
                  <a:ext uri="{FF2B5EF4-FFF2-40B4-BE49-F238E27FC236}">
                    <a16:creationId xmlns:a16="http://schemas.microsoft.com/office/drawing/2014/main" id="{FD7E6CBF-FB63-3B61-6C3E-44BC863D92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4087" y="53022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0" name="Oval 2747">
                <a:extLst>
                  <a:ext uri="{FF2B5EF4-FFF2-40B4-BE49-F238E27FC236}">
                    <a16:creationId xmlns:a16="http://schemas.microsoft.com/office/drawing/2014/main" id="{426F34E0-1436-6346-D1F2-FCEF3AB6F2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08075" y="53022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1" name="Freeform 2748">
                <a:extLst>
                  <a:ext uri="{FF2B5EF4-FFF2-40B4-BE49-F238E27FC236}">
                    <a16:creationId xmlns:a16="http://schemas.microsoft.com/office/drawing/2014/main" id="{5EF47C31-AC6D-4C1E-F838-391B8269E9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65237" y="530225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2" name="Oval 2784">
                <a:extLst>
                  <a:ext uri="{FF2B5EF4-FFF2-40B4-BE49-F238E27FC236}">
                    <a16:creationId xmlns:a16="http://schemas.microsoft.com/office/drawing/2014/main" id="{2F33D545-5126-3559-4F33-127060F9B9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16862" y="5456238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3" name="Oval 2785">
                <a:extLst>
                  <a:ext uri="{FF2B5EF4-FFF2-40B4-BE49-F238E27FC236}">
                    <a16:creationId xmlns:a16="http://schemas.microsoft.com/office/drawing/2014/main" id="{38B4504A-5DB2-1D6C-59B4-DA5F11DAA5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0850" y="5456238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4" name="Oval 2786">
                <a:extLst>
                  <a:ext uri="{FF2B5EF4-FFF2-40B4-BE49-F238E27FC236}">
                    <a16:creationId xmlns:a16="http://schemas.microsoft.com/office/drawing/2014/main" id="{F8868ABE-757C-CA6A-D47D-14210E3809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21662" y="5453063"/>
                <a:ext cx="12700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5" name="Oval 2787">
                <a:extLst>
                  <a:ext uri="{FF2B5EF4-FFF2-40B4-BE49-F238E27FC236}">
                    <a16:creationId xmlns:a16="http://schemas.microsoft.com/office/drawing/2014/main" id="{CD9409B2-7C39-7CAB-6EB2-B498BA3A96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72475" y="5449888"/>
                <a:ext cx="19050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6" name="Oval 2788">
                <a:extLst>
                  <a:ext uri="{FF2B5EF4-FFF2-40B4-BE49-F238E27FC236}">
                    <a16:creationId xmlns:a16="http://schemas.microsoft.com/office/drawing/2014/main" id="{750E1CD4-AFE1-8FF0-1BB8-CF9E6AD57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24875" y="5446713"/>
                <a:ext cx="23813" cy="22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7" name="Oval 2789">
                <a:extLst>
                  <a:ext uri="{FF2B5EF4-FFF2-40B4-BE49-F238E27FC236}">
                    <a16:creationId xmlns:a16="http://schemas.microsoft.com/office/drawing/2014/main" id="{B0476300-828F-0288-2094-1DFA27DD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78862" y="5443538"/>
                <a:ext cx="30163" cy="285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8" name="Oval 2790">
                <a:extLst>
                  <a:ext uri="{FF2B5EF4-FFF2-40B4-BE49-F238E27FC236}">
                    <a16:creationId xmlns:a16="http://schemas.microsoft.com/office/drawing/2014/main" id="{1F5ACB6C-7021-4484-9DC4-35F0553195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29675" y="5440363"/>
                <a:ext cx="36513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9" name="Oval 2791">
                <a:extLst>
                  <a:ext uri="{FF2B5EF4-FFF2-40B4-BE49-F238E27FC236}">
                    <a16:creationId xmlns:a16="http://schemas.microsoft.com/office/drawing/2014/main" id="{6F6BFCBC-17B8-5A19-733C-3F2D305C8B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83662" y="5438776"/>
                <a:ext cx="36513" cy="381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0" name="Oval 2792">
                <a:extLst>
                  <a:ext uri="{FF2B5EF4-FFF2-40B4-BE49-F238E27FC236}">
                    <a16:creationId xmlns:a16="http://schemas.microsoft.com/office/drawing/2014/main" id="{A68E84D4-5E82-8462-5552-88F4E1D1FA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39237" y="5438776"/>
                <a:ext cx="38100" cy="381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1" name="Oval 2793">
                <a:extLst>
                  <a:ext uri="{FF2B5EF4-FFF2-40B4-BE49-F238E27FC236}">
                    <a16:creationId xmlns:a16="http://schemas.microsoft.com/office/drawing/2014/main" id="{F544B972-1E05-FDB8-BB3A-8DFBEFEBE8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3225" y="5438776"/>
                <a:ext cx="39688" cy="381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2" name="Oval 2794">
                <a:extLst>
                  <a:ext uri="{FF2B5EF4-FFF2-40B4-BE49-F238E27FC236}">
                    <a16:creationId xmlns:a16="http://schemas.microsoft.com/office/drawing/2014/main" id="{8A363172-5F9C-252B-D165-76184D85A2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0387" y="5438776"/>
                <a:ext cx="36513" cy="381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3" name="Oval 2795">
                <a:extLst>
                  <a:ext uri="{FF2B5EF4-FFF2-40B4-BE49-F238E27FC236}">
                    <a16:creationId xmlns:a16="http://schemas.microsoft.com/office/drawing/2014/main" id="{6A150A63-924B-3790-FF95-4C4706243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04375" y="5440363"/>
                <a:ext cx="36513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4" name="Oval 2796">
                <a:extLst>
                  <a:ext uri="{FF2B5EF4-FFF2-40B4-BE49-F238E27FC236}">
                    <a16:creationId xmlns:a16="http://schemas.microsoft.com/office/drawing/2014/main" id="{B37C31A3-26A4-4371-B80E-197BDE3649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61537" y="5440363"/>
                <a:ext cx="33338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5" name="Oval 2797">
                <a:extLst>
                  <a:ext uri="{FF2B5EF4-FFF2-40B4-BE49-F238E27FC236}">
                    <a16:creationId xmlns:a16="http://schemas.microsoft.com/office/drawing/2014/main" id="{B1FB4A89-1FC6-3F6A-501D-959EE7A1B8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17112" y="5440363"/>
                <a:ext cx="33338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6" name="Oval 2798">
                <a:extLst>
                  <a:ext uri="{FF2B5EF4-FFF2-40B4-BE49-F238E27FC236}">
                    <a16:creationId xmlns:a16="http://schemas.microsoft.com/office/drawing/2014/main" id="{68C1190C-6BB6-A6B7-6708-8456D77A7E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74275" y="5443538"/>
                <a:ext cx="30163" cy="285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7" name="Oval 2799">
                <a:extLst>
                  <a:ext uri="{FF2B5EF4-FFF2-40B4-BE49-F238E27FC236}">
                    <a16:creationId xmlns:a16="http://schemas.microsoft.com/office/drawing/2014/main" id="{32D49BEC-E8D4-D30D-7E50-0AAF782903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31437" y="5443538"/>
                <a:ext cx="23813" cy="285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8" name="Oval 2800">
                <a:extLst>
                  <a:ext uri="{FF2B5EF4-FFF2-40B4-BE49-F238E27FC236}">
                    <a16:creationId xmlns:a16="http://schemas.microsoft.com/office/drawing/2014/main" id="{F042EE7E-8171-A2E0-4FC9-FB73C4B46F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85425" y="5443538"/>
                <a:ext cx="23813" cy="285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9" name="Oval 2801">
                <a:extLst>
                  <a:ext uri="{FF2B5EF4-FFF2-40B4-BE49-F238E27FC236}">
                    <a16:creationId xmlns:a16="http://schemas.microsoft.com/office/drawing/2014/main" id="{E42E092D-0DF1-D224-1B77-9E49645CC2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42587" y="5446713"/>
                <a:ext cx="23813" cy="22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80" name="Oval 2802">
                <a:extLst>
                  <a:ext uri="{FF2B5EF4-FFF2-40B4-BE49-F238E27FC236}">
                    <a16:creationId xmlns:a16="http://schemas.microsoft.com/office/drawing/2014/main" id="{9F3BA0E0-A9AF-31BF-F918-F2E5BE8C79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6575" y="5446713"/>
                <a:ext cx="25400" cy="22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81" name="Oval 2803">
                <a:extLst>
                  <a:ext uri="{FF2B5EF4-FFF2-40B4-BE49-F238E27FC236}">
                    <a16:creationId xmlns:a16="http://schemas.microsoft.com/office/drawing/2014/main" id="{1B4693D1-D3D0-AC7D-E7CF-C48D01E4C4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55325" y="5446713"/>
                <a:ext cx="17463" cy="22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82" name="Oval 2804">
                <a:extLst>
                  <a:ext uri="{FF2B5EF4-FFF2-40B4-BE49-F238E27FC236}">
                    <a16:creationId xmlns:a16="http://schemas.microsoft.com/office/drawing/2014/main" id="{9C1B2829-1276-8249-A399-DAEDDEAB4E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09312" y="5446713"/>
                <a:ext cx="17463" cy="22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83" name="Oval 2805">
                <a:extLst>
                  <a:ext uri="{FF2B5EF4-FFF2-40B4-BE49-F238E27FC236}">
                    <a16:creationId xmlns:a16="http://schemas.microsoft.com/office/drawing/2014/main" id="{9547413E-44FD-B210-F38D-ED33DE946A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66475" y="5449888"/>
                <a:ext cx="17463" cy="190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84" name="Oval 2806">
                <a:extLst>
                  <a:ext uri="{FF2B5EF4-FFF2-40B4-BE49-F238E27FC236}">
                    <a16:creationId xmlns:a16="http://schemas.microsoft.com/office/drawing/2014/main" id="{C69029D8-1991-DE0F-4374-43C2043AA4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20462" y="5449888"/>
                <a:ext cx="19050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85" name="Oval 2807">
                <a:extLst>
                  <a:ext uri="{FF2B5EF4-FFF2-40B4-BE49-F238E27FC236}">
                    <a16:creationId xmlns:a16="http://schemas.microsoft.com/office/drawing/2014/main" id="{A29AFA0B-4A9E-3E5D-C1F7-8BB3118203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74450" y="5449888"/>
                <a:ext cx="19050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86" name="Oval 2808">
                <a:extLst>
                  <a:ext uri="{FF2B5EF4-FFF2-40B4-BE49-F238E27FC236}">
                    <a16:creationId xmlns:a16="http://schemas.microsoft.com/office/drawing/2014/main" id="{52501F62-8277-F269-5B14-CEA1BE535B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1612" y="5449888"/>
                <a:ext cx="15875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87" name="Oval 2809">
                <a:extLst>
                  <a:ext uri="{FF2B5EF4-FFF2-40B4-BE49-F238E27FC236}">
                    <a16:creationId xmlns:a16="http://schemas.microsoft.com/office/drawing/2014/main" id="{25BC5723-F681-CE4F-CF7C-87B6B34E6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87187" y="5449888"/>
                <a:ext cx="14288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88" name="Oval 2810">
                <a:extLst>
                  <a:ext uri="{FF2B5EF4-FFF2-40B4-BE49-F238E27FC236}">
                    <a16:creationId xmlns:a16="http://schemas.microsoft.com/office/drawing/2014/main" id="{76BB1D6F-C66E-49B9-C62D-80B94ED4BA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44350" y="5449888"/>
                <a:ext cx="11113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89" name="Oval 2811">
                <a:extLst>
                  <a:ext uri="{FF2B5EF4-FFF2-40B4-BE49-F238E27FC236}">
                    <a16:creationId xmlns:a16="http://schemas.microsoft.com/office/drawing/2014/main" id="{6A7C6CE5-F21E-8C76-AC65-00E3DC8056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98337" y="5449888"/>
                <a:ext cx="12700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90" name="Oval 2812">
                <a:extLst>
                  <a:ext uri="{FF2B5EF4-FFF2-40B4-BE49-F238E27FC236}">
                    <a16:creationId xmlns:a16="http://schemas.microsoft.com/office/drawing/2014/main" id="{3AF315EB-3346-859D-C5F7-6D728833C5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52325" y="5449888"/>
                <a:ext cx="12700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91" name="Oval 2813">
                <a:extLst>
                  <a:ext uri="{FF2B5EF4-FFF2-40B4-BE49-F238E27FC236}">
                    <a16:creationId xmlns:a16="http://schemas.microsoft.com/office/drawing/2014/main" id="{0771B3F2-C4BF-6F96-A795-EBDAE0BFD1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09487" y="5453063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92" name="Oval 2814">
                <a:extLst>
                  <a:ext uri="{FF2B5EF4-FFF2-40B4-BE49-F238E27FC236}">
                    <a16:creationId xmlns:a16="http://schemas.microsoft.com/office/drawing/2014/main" id="{02E40D44-E0F4-0957-2E27-1A6198093A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5062" y="5453063"/>
                <a:ext cx="7938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93" name="Oval 2815">
                <a:extLst>
                  <a:ext uri="{FF2B5EF4-FFF2-40B4-BE49-F238E27FC236}">
                    <a16:creationId xmlns:a16="http://schemas.microsoft.com/office/drawing/2014/main" id="{D865270F-25CF-E388-43C8-E6B865C1D5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19050" y="5453063"/>
                <a:ext cx="11113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94" name="Oval 2816">
                <a:extLst>
                  <a:ext uri="{FF2B5EF4-FFF2-40B4-BE49-F238E27FC236}">
                    <a16:creationId xmlns:a16="http://schemas.microsoft.com/office/drawing/2014/main" id="{92EE88E0-8195-F832-672F-DC700CA17D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6212" y="5453063"/>
                <a:ext cx="9525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95" name="Oval 2817">
                <a:extLst>
                  <a:ext uri="{FF2B5EF4-FFF2-40B4-BE49-F238E27FC236}">
                    <a16:creationId xmlns:a16="http://schemas.microsoft.com/office/drawing/2014/main" id="{5AA4584F-F5E7-1B8C-512F-9969A51111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30200" y="5453063"/>
                <a:ext cx="9525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grpSp>
          <p:nvGrpSpPr>
            <p:cNvPr id="507" name="组合 506">
              <a:extLst>
                <a:ext uri="{FF2B5EF4-FFF2-40B4-BE49-F238E27FC236}">
                  <a16:creationId xmlns:a16="http://schemas.microsoft.com/office/drawing/2014/main" id="{635C7FD4-CE6E-7F79-8DC4-41CC1DD700BF}"/>
                </a:ext>
              </a:extLst>
            </p:cNvPr>
            <p:cNvGrpSpPr/>
            <p:nvPr/>
          </p:nvGrpSpPr>
          <p:grpSpPr>
            <a:xfrm>
              <a:off x="-193993" y="6471508"/>
              <a:ext cx="6049963" cy="387350"/>
              <a:chOff x="7761287" y="5889626"/>
              <a:chExt cx="6049963" cy="387350"/>
            </a:xfrm>
            <a:solidFill>
              <a:srgbClr val="055686"/>
            </a:solidFill>
          </p:grpSpPr>
          <p:sp>
            <p:nvSpPr>
              <p:cNvPr id="396" name="Oval 3020">
                <a:extLst>
                  <a:ext uri="{FF2B5EF4-FFF2-40B4-BE49-F238E27FC236}">
                    <a16:creationId xmlns:a16="http://schemas.microsoft.com/office/drawing/2014/main" id="{4978319B-4FF8-A065-BCC1-A3332C0394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6537" y="5889626"/>
                <a:ext cx="63500" cy="666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97" name="Oval 3021">
                <a:extLst>
                  <a:ext uri="{FF2B5EF4-FFF2-40B4-BE49-F238E27FC236}">
                    <a16:creationId xmlns:a16="http://schemas.microsoft.com/office/drawing/2014/main" id="{728AEF56-3C8B-22BF-C1E0-BABD493BAF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80525" y="5892801"/>
                <a:ext cx="63500" cy="635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98" name="Oval 3022">
                <a:extLst>
                  <a:ext uri="{FF2B5EF4-FFF2-40B4-BE49-F238E27FC236}">
                    <a16:creationId xmlns:a16="http://schemas.microsoft.com/office/drawing/2014/main" id="{9A572A89-B8BF-0C74-BD3E-1F9A003D8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37687" y="5892801"/>
                <a:ext cx="61913" cy="603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99" name="Oval 3023">
                <a:extLst>
                  <a:ext uri="{FF2B5EF4-FFF2-40B4-BE49-F238E27FC236}">
                    <a16:creationId xmlns:a16="http://schemas.microsoft.com/office/drawing/2014/main" id="{3F922510-B769-0BC4-DF43-E296352097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93262" y="5895976"/>
                <a:ext cx="60325" cy="571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0" name="Oval 3024">
                <a:extLst>
                  <a:ext uri="{FF2B5EF4-FFF2-40B4-BE49-F238E27FC236}">
                    <a16:creationId xmlns:a16="http://schemas.microsoft.com/office/drawing/2014/main" id="{D082137E-BE34-D17F-5033-CA01B73962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50425" y="5895976"/>
                <a:ext cx="53975" cy="539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1" name="Oval 3025">
                <a:extLst>
                  <a:ext uri="{FF2B5EF4-FFF2-40B4-BE49-F238E27FC236}">
                    <a16:creationId xmlns:a16="http://schemas.microsoft.com/office/drawing/2014/main" id="{1D342B32-5A0D-FC42-1648-7998F07B9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7587" y="5899151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2" name="Oval 3026">
                <a:extLst>
                  <a:ext uri="{FF2B5EF4-FFF2-40B4-BE49-F238E27FC236}">
                    <a16:creationId xmlns:a16="http://schemas.microsoft.com/office/drawing/2014/main" id="{7F2AB118-1C58-BF77-9D73-94D3F74A4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4750" y="5899151"/>
                <a:ext cx="47625" cy="476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3" name="Oval 3027">
                <a:extLst>
                  <a:ext uri="{FF2B5EF4-FFF2-40B4-BE49-F238E27FC236}">
                    <a16:creationId xmlns:a16="http://schemas.microsoft.com/office/drawing/2014/main" id="{FE5E0184-2A96-F9E0-AB5E-C2BE14F594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21912" y="5902326"/>
                <a:ext cx="46038" cy="444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4" name="Oval 3028">
                <a:extLst>
                  <a:ext uri="{FF2B5EF4-FFF2-40B4-BE49-F238E27FC236}">
                    <a16:creationId xmlns:a16="http://schemas.microsoft.com/office/drawing/2014/main" id="{6F60C4CA-DF4C-2B33-F221-75C6CAA7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75900" y="5902326"/>
                <a:ext cx="42863" cy="412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5" name="Oval 3029">
                <a:extLst>
                  <a:ext uri="{FF2B5EF4-FFF2-40B4-BE49-F238E27FC236}">
                    <a16:creationId xmlns:a16="http://schemas.microsoft.com/office/drawing/2014/main" id="{96F38864-9176-44F4-5B76-1A9F02C831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33062" y="5903913"/>
                <a:ext cx="39688" cy="396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6" name="Oval 3030">
                <a:extLst>
                  <a:ext uri="{FF2B5EF4-FFF2-40B4-BE49-F238E27FC236}">
                    <a16:creationId xmlns:a16="http://schemas.microsoft.com/office/drawing/2014/main" id="{D6764B65-8708-4879-0A4E-7F3B87DAA3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88637" y="5903913"/>
                <a:ext cx="38100" cy="396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7" name="Oval 3031">
                <a:extLst>
                  <a:ext uri="{FF2B5EF4-FFF2-40B4-BE49-F238E27FC236}">
                    <a16:creationId xmlns:a16="http://schemas.microsoft.com/office/drawing/2014/main" id="{98E156C9-FDDC-9792-CB77-07D243AA18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45800" y="5903913"/>
                <a:ext cx="36513" cy="365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8" name="Oval 3032">
                <a:extLst>
                  <a:ext uri="{FF2B5EF4-FFF2-40B4-BE49-F238E27FC236}">
                    <a16:creationId xmlns:a16="http://schemas.microsoft.com/office/drawing/2014/main" id="{EBAC50B1-05BD-7675-2B6B-B9D0EF8D49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02962" y="5907088"/>
                <a:ext cx="33338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9" name="Oval 3033">
                <a:extLst>
                  <a:ext uri="{FF2B5EF4-FFF2-40B4-BE49-F238E27FC236}">
                    <a16:creationId xmlns:a16="http://schemas.microsoft.com/office/drawing/2014/main" id="{2EE48B27-ADD1-7FBF-AE19-960D40B7A3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56950" y="5907088"/>
                <a:ext cx="33338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10" name="Oval 3034">
                <a:extLst>
                  <a:ext uri="{FF2B5EF4-FFF2-40B4-BE49-F238E27FC236}">
                    <a16:creationId xmlns:a16="http://schemas.microsoft.com/office/drawing/2014/main" id="{F2CA9E5A-FB84-F057-2392-B162D1F9F3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14112" y="5907088"/>
                <a:ext cx="30163" cy="301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11" name="Oval 3035">
                <a:extLst>
                  <a:ext uri="{FF2B5EF4-FFF2-40B4-BE49-F238E27FC236}">
                    <a16:creationId xmlns:a16="http://schemas.microsoft.com/office/drawing/2014/main" id="{1695BB1B-C459-3997-8E8B-489CD91C53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68100" y="5907088"/>
                <a:ext cx="31750" cy="301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12" name="Oval 3036">
                <a:extLst>
                  <a:ext uri="{FF2B5EF4-FFF2-40B4-BE49-F238E27FC236}">
                    <a16:creationId xmlns:a16="http://schemas.microsoft.com/office/drawing/2014/main" id="{23EC5DE1-C8BB-99DB-F6FF-DE8A615AB8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26850" y="5910263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13" name="Oval 3037">
                <a:extLst>
                  <a:ext uri="{FF2B5EF4-FFF2-40B4-BE49-F238E27FC236}">
                    <a16:creationId xmlns:a16="http://schemas.microsoft.com/office/drawing/2014/main" id="{C5BDB638-E526-4314-FB9C-1621E985A8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80837" y="5910263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14" name="Oval 3038">
                <a:extLst>
                  <a:ext uri="{FF2B5EF4-FFF2-40B4-BE49-F238E27FC236}">
                    <a16:creationId xmlns:a16="http://schemas.microsoft.com/office/drawing/2014/main" id="{9589A5F3-7B81-59CC-2070-7684309FB7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38000" y="5910263"/>
                <a:ext cx="23813" cy="254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15" name="Oval 3039">
                <a:extLst>
                  <a:ext uri="{FF2B5EF4-FFF2-40B4-BE49-F238E27FC236}">
                    <a16:creationId xmlns:a16="http://schemas.microsoft.com/office/drawing/2014/main" id="{5A78EB95-CCA7-43AC-8079-C85DB52B8F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91987" y="5910263"/>
                <a:ext cx="23813" cy="254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16" name="Oval 3040">
                <a:extLst>
                  <a:ext uri="{FF2B5EF4-FFF2-40B4-BE49-F238E27FC236}">
                    <a16:creationId xmlns:a16="http://schemas.microsoft.com/office/drawing/2014/main" id="{6F017830-F85F-F349-4C65-C66683B2F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49150" y="5913438"/>
                <a:ext cx="22225" cy="22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17" name="Oval 3041">
                <a:extLst>
                  <a:ext uri="{FF2B5EF4-FFF2-40B4-BE49-F238E27FC236}">
                    <a16:creationId xmlns:a16="http://schemas.microsoft.com/office/drawing/2014/main" id="{32C71D91-58CB-B987-DDF6-4D7EB007CD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03137" y="5913438"/>
                <a:ext cx="22225" cy="22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18" name="Oval 3042">
                <a:extLst>
                  <a:ext uri="{FF2B5EF4-FFF2-40B4-BE49-F238E27FC236}">
                    <a16:creationId xmlns:a16="http://schemas.microsoft.com/office/drawing/2014/main" id="{4CF38BD0-AA03-F541-7375-9E371AB8DA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1887" y="5913438"/>
                <a:ext cx="17463" cy="190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19" name="Oval 3043">
                <a:extLst>
                  <a:ext uri="{FF2B5EF4-FFF2-40B4-BE49-F238E27FC236}">
                    <a16:creationId xmlns:a16="http://schemas.microsoft.com/office/drawing/2014/main" id="{B4AE50CE-D49D-9D6E-B02E-2FE463239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15875" y="5916613"/>
                <a:ext cx="17463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20" name="Oval 3044">
                <a:extLst>
                  <a:ext uri="{FF2B5EF4-FFF2-40B4-BE49-F238E27FC236}">
                    <a16:creationId xmlns:a16="http://schemas.microsoft.com/office/drawing/2014/main" id="{E20D8381-75B7-CDA6-629C-E5258E69B9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3037" y="5916613"/>
                <a:ext cx="14288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21" name="Oval 3045">
                <a:extLst>
                  <a:ext uri="{FF2B5EF4-FFF2-40B4-BE49-F238E27FC236}">
                    <a16:creationId xmlns:a16="http://schemas.microsoft.com/office/drawing/2014/main" id="{BDE883C8-EFDD-87A1-432A-170EC91E67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27025" y="5916613"/>
                <a:ext cx="15875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22" name="Oval 3046">
                <a:extLst>
                  <a:ext uri="{FF2B5EF4-FFF2-40B4-BE49-F238E27FC236}">
                    <a16:creationId xmlns:a16="http://schemas.microsoft.com/office/drawing/2014/main" id="{735890A7-B286-46DF-40F1-40E60EDAC4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4187" y="5916613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23" name="Oval 3047">
                <a:extLst>
                  <a:ext uri="{FF2B5EF4-FFF2-40B4-BE49-F238E27FC236}">
                    <a16:creationId xmlns:a16="http://schemas.microsoft.com/office/drawing/2014/main" id="{921417B6-6583-B9CB-1345-0314946E6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39762" y="5919788"/>
                <a:ext cx="11113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24" name="Oval 3048">
                <a:extLst>
                  <a:ext uri="{FF2B5EF4-FFF2-40B4-BE49-F238E27FC236}">
                    <a16:creationId xmlns:a16="http://schemas.microsoft.com/office/drawing/2014/main" id="{AA25FF82-E92F-64AC-4DA3-C872D86FEF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6925" y="5919788"/>
                <a:ext cx="4763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25" name="Oval 3049">
                <a:extLst>
                  <a:ext uri="{FF2B5EF4-FFF2-40B4-BE49-F238E27FC236}">
                    <a16:creationId xmlns:a16="http://schemas.microsoft.com/office/drawing/2014/main" id="{436873A3-9D7A-B287-956B-1A53D5C6FB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4087" y="5922963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26" name="Oval 3050">
                <a:extLst>
                  <a:ext uri="{FF2B5EF4-FFF2-40B4-BE49-F238E27FC236}">
                    <a16:creationId xmlns:a16="http://schemas.microsoft.com/office/drawing/2014/main" id="{6CE34101-5347-293B-CDB7-4189731A2A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08075" y="5922963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27" name="Freeform 3086">
                <a:extLst>
                  <a:ext uri="{FF2B5EF4-FFF2-40B4-BE49-F238E27FC236}">
                    <a16:creationId xmlns:a16="http://schemas.microsoft.com/office/drawing/2014/main" id="{ADFD1949-0FED-9B49-9391-666F6B1FBD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61287" y="6076951"/>
                <a:ext cx="0" cy="3175"/>
              </a:xfrm>
              <a:custGeom>
                <a:avLst/>
                <a:gdLst>
                  <a:gd name="T0" fmla="*/ 2 h 2"/>
                  <a:gd name="T1" fmla="*/ 2 h 2"/>
                  <a:gd name="T2" fmla="*/ 0 h 2"/>
                  <a:gd name="T3" fmla="*/ 2 h 2"/>
                  <a:gd name="T4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28" name="Oval 3087">
                <a:extLst>
                  <a:ext uri="{FF2B5EF4-FFF2-40B4-BE49-F238E27FC236}">
                    <a16:creationId xmlns:a16="http://schemas.microsoft.com/office/drawing/2014/main" id="{D0A5C8EC-AC9F-761E-51C5-09A9609B3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16862" y="60769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29" name="Oval 3088">
                <a:extLst>
                  <a:ext uri="{FF2B5EF4-FFF2-40B4-BE49-F238E27FC236}">
                    <a16:creationId xmlns:a16="http://schemas.microsoft.com/office/drawing/2014/main" id="{1F63CA4D-8AB9-BFA3-E07C-1D1262EE12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67675" y="6073776"/>
                <a:ext cx="9525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30" name="Oval 3089">
                <a:extLst>
                  <a:ext uri="{FF2B5EF4-FFF2-40B4-BE49-F238E27FC236}">
                    <a16:creationId xmlns:a16="http://schemas.microsoft.com/office/drawing/2014/main" id="{DE1B6AC0-A0BE-12FE-3B83-80FED59F99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15312" y="6069013"/>
                <a:ext cx="25400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31" name="Oval 3090">
                <a:extLst>
                  <a:ext uri="{FF2B5EF4-FFF2-40B4-BE49-F238E27FC236}">
                    <a16:creationId xmlns:a16="http://schemas.microsoft.com/office/drawing/2014/main" id="{F7D544B4-FEFD-7BEF-4F52-0ED2EE78A6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64537" y="6062663"/>
                <a:ext cx="36513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32" name="Oval 3091">
                <a:extLst>
                  <a:ext uri="{FF2B5EF4-FFF2-40B4-BE49-F238E27FC236}">
                    <a16:creationId xmlns:a16="http://schemas.microsoft.com/office/drawing/2014/main" id="{93F0F3E1-6762-9A47-F242-0FAD6B5B16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15350" y="6056313"/>
                <a:ext cx="46038" cy="460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33" name="Oval 3092">
                <a:extLst>
                  <a:ext uri="{FF2B5EF4-FFF2-40B4-BE49-F238E27FC236}">
                    <a16:creationId xmlns:a16="http://schemas.microsoft.com/office/drawing/2014/main" id="{71C797EE-5777-11AA-4AE3-B558C4048A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62987" y="6049963"/>
                <a:ext cx="58738" cy="571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34" name="Oval 3093">
                <a:extLst>
                  <a:ext uri="{FF2B5EF4-FFF2-40B4-BE49-F238E27FC236}">
                    <a16:creationId xmlns:a16="http://schemas.microsoft.com/office/drawing/2014/main" id="{14FC7E83-7CBE-E1C1-5AB1-527D286625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15387" y="6043613"/>
                <a:ext cx="66675" cy="698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35" name="Oval 3094">
                <a:extLst>
                  <a:ext uri="{FF2B5EF4-FFF2-40B4-BE49-F238E27FC236}">
                    <a16:creationId xmlns:a16="http://schemas.microsoft.com/office/drawing/2014/main" id="{65D64842-4842-B6DF-94B3-D2ACFF8C93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66200" y="6040438"/>
                <a:ext cx="73025" cy="762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36" name="Oval 3095">
                <a:extLst>
                  <a:ext uri="{FF2B5EF4-FFF2-40B4-BE49-F238E27FC236}">
                    <a16:creationId xmlns:a16="http://schemas.microsoft.com/office/drawing/2014/main" id="{406F3762-E4D4-DDE9-7675-0CCF62C570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0187" y="6040438"/>
                <a:ext cx="76200" cy="762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37" name="Oval 3096">
                <a:extLst>
                  <a:ext uri="{FF2B5EF4-FFF2-40B4-BE49-F238E27FC236}">
                    <a16:creationId xmlns:a16="http://schemas.microsoft.com/office/drawing/2014/main" id="{023137C6-D84C-BDC0-0881-E517D9DF9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74175" y="6040438"/>
                <a:ext cx="76200" cy="762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38" name="Oval 3097">
                <a:extLst>
                  <a:ext uri="{FF2B5EF4-FFF2-40B4-BE49-F238E27FC236}">
                    <a16:creationId xmlns:a16="http://schemas.microsoft.com/office/drawing/2014/main" id="{DC8451DD-A0E6-9363-B9D0-03A7DCD0A7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32925" y="6043613"/>
                <a:ext cx="68263" cy="698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39" name="Oval 3098">
                <a:extLst>
                  <a:ext uri="{FF2B5EF4-FFF2-40B4-BE49-F238E27FC236}">
                    <a16:creationId xmlns:a16="http://schemas.microsoft.com/office/drawing/2014/main" id="{390B19EE-FF83-F2B1-F0DC-C7646178AA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90087" y="6043613"/>
                <a:ext cx="66675" cy="698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40" name="Oval 3099">
                <a:extLst>
                  <a:ext uri="{FF2B5EF4-FFF2-40B4-BE49-F238E27FC236}">
                    <a16:creationId xmlns:a16="http://schemas.microsoft.com/office/drawing/2014/main" id="{3BC0C081-2E31-31FB-8F57-64E6251847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47250" y="6046788"/>
                <a:ext cx="63500" cy="635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41" name="Oval 3100">
                <a:extLst>
                  <a:ext uri="{FF2B5EF4-FFF2-40B4-BE49-F238E27FC236}">
                    <a16:creationId xmlns:a16="http://schemas.microsoft.com/office/drawing/2014/main" id="{C4E1507A-EA1B-937C-2B44-D538BFCF9A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4412" y="6049963"/>
                <a:ext cx="57150" cy="571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42" name="Oval 3101">
                <a:extLst>
                  <a:ext uri="{FF2B5EF4-FFF2-40B4-BE49-F238E27FC236}">
                    <a16:creationId xmlns:a16="http://schemas.microsoft.com/office/drawing/2014/main" id="{9C05FE70-798B-5036-2F06-4B45E1065B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1575" y="6049963"/>
                <a:ext cx="53975" cy="571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43" name="Oval 3102">
                <a:extLst>
                  <a:ext uri="{FF2B5EF4-FFF2-40B4-BE49-F238E27FC236}">
                    <a16:creationId xmlns:a16="http://schemas.microsoft.com/office/drawing/2014/main" id="{E0C77E05-56B3-9828-5AFD-8BA8E14D6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15562" y="6053138"/>
                <a:ext cx="55563" cy="508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44" name="Oval 3103">
                <a:extLst>
                  <a:ext uri="{FF2B5EF4-FFF2-40B4-BE49-F238E27FC236}">
                    <a16:creationId xmlns:a16="http://schemas.microsoft.com/office/drawing/2014/main" id="{2FAF309E-C68D-B259-00B3-516C461D2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72725" y="6053138"/>
                <a:ext cx="49213" cy="508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45" name="Oval 3104">
                <a:extLst>
                  <a:ext uri="{FF2B5EF4-FFF2-40B4-BE49-F238E27FC236}">
                    <a16:creationId xmlns:a16="http://schemas.microsoft.com/office/drawing/2014/main" id="{837DDE55-D2D2-60B1-C000-0BD9DC7C66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31475" y="6056313"/>
                <a:ext cx="44450" cy="460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46" name="Oval 3105">
                <a:extLst>
                  <a:ext uri="{FF2B5EF4-FFF2-40B4-BE49-F238E27FC236}">
                    <a16:creationId xmlns:a16="http://schemas.microsoft.com/office/drawing/2014/main" id="{76FCD497-D533-D185-0481-C3EDB95D54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85462" y="6056313"/>
                <a:ext cx="44450" cy="460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47" name="Oval 3106">
                <a:extLst>
                  <a:ext uri="{FF2B5EF4-FFF2-40B4-BE49-F238E27FC236}">
                    <a16:creationId xmlns:a16="http://schemas.microsoft.com/office/drawing/2014/main" id="{5B4B7B0D-9263-6BE1-F08F-0D9DEE23B9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42625" y="6059488"/>
                <a:ext cx="42863" cy="396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48" name="Oval 3107">
                <a:extLst>
                  <a:ext uri="{FF2B5EF4-FFF2-40B4-BE49-F238E27FC236}">
                    <a16:creationId xmlns:a16="http://schemas.microsoft.com/office/drawing/2014/main" id="{06CE8EEB-DE2D-66DA-EB42-D13DA627A6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99787" y="6059488"/>
                <a:ext cx="39688" cy="396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49" name="Oval 3108">
                <a:extLst>
                  <a:ext uri="{FF2B5EF4-FFF2-40B4-BE49-F238E27FC236}">
                    <a16:creationId xmlns:a16="http://schemas.microsoft.com/office/drawing/2014/main" id="{C63DCDDE-12A2-9F1B-BC30-DFD68944A1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53775" y="6059488"/>
                <a:ext cx="39688" cy="396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50" name="Oval 3109">
                <a:extLst>
                  <a:ext uri="{FF2B5EF4-FFF2-40B4-BE49-F238E27FC236}">
                    <a16:creationId xmlns:a16="http://schemas.microsoft.com/office/drawing/2014/main" id="{FF2AD673-3610-2FC2-4689-BD12BECCD0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10937" y="6062663"/>
                <a:ext cx="36513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51" name="Oval 3110">
                <a:extLst>
                  <a:ext uri="{FF2B5EF4-FFF2-40B4-BE49-F238E27FC236}">
                    <a16:creationId xmlns:a16="http://schemas.microsoft.com/office/drawing/2014/main" id="{4A8E6E75-B4FD-DFEE-5E10-D5F9682A4D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68100" y="6062663"/>
                <a:ext cx="33338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52" name="Oval 3111">
                <a:extLst>
                  <a:ext uri="{FF2B5EF4-FFF2-40B4-BE49-F238E27FC236}">
                    <a16:creationId xmlns:a16="http://schemas.microsoft.com/office/drawing/2014/main" id="{3B37E5F8-4F4D-2396-F444-6073CA9BB4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23675" y="6062663"/>
                <a:ext cx="33338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53" name="Oval 3112">
                <a:extLst>
                  <a:ext uri="{FF2B5EF4-FFF2-40B4-BE49-F238E27FC236}">
                    <a16:creationId xmlns:a16="http://schemas.microsoft.com/office/drawing/2014/main" id="{AEFAAB95-670B-F886-77B0-D606AB378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77662" y="6062663"/>
                <a:ext cx="33338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54" name="Oval 3113">
                <a:extLst>
                  <a:ext uri="{FF2B5EF4-FFF2-40B4-BE49-F238E27FC236}">
                    <a16:creationId xmlns:a16="http://schemas.microsoft.com/office/drawing/2014/main" id="{480AC13F-58C1-A835-714D-B67634DAA6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34825" y="6065838"/>
                <a:ext cx="30163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55" name="Oval 3114">
                <a:extLst>
                  <a:ext uri="{FF2B5EF4-FFF2-40B4-BE49-F238E27FC236}">
                    <a16:creationId xmlns:a16="http://schemas.microsoft.com/office/drawing/2014/main" id="{763781A3-5C4B-EF51-BB16-D914F11834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91987" y="6065838"/>
                <a:ext cx="23813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56" name="Oval 3115">
                <a:extLst>
                  <a:ext uri="{FF2B5EF4-FFF2-40B4-BE49-F238E27FC236}">
                    <a16:creationId xmlns:a16="http://schemas.microsoft.com/office/drawing/2014/main" id="{81D5F408-AF73-1F22-08F6-A124510C7C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45975" y="6065838"/>
                <a:ext cx="25400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57" name="Oval 3116">
                <a:extLst>
                  <a:ext uri="{FF2B5EF4-FFF2-40B4-BE49-F238E27FC236}">
                    <a16:creationId xmlns:a16="http://schemas.microsoft.com/office/drawing/2014/main" id="{7612289F-E8CC-7D4D-FA27-15061F4025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03137" y="6069013"/>
                <a:ext cx="22225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58" name="Oval 3117">
                <a:extLst>
                  <a:ext uri="{FF2B5EF4-FFF2-40B4-BE49-F238E27FC236}">
                    <a16:creationId xmlns:a16="http://schemas.microsoft.com/office/drawing/2014/main" id="{711DD1CC-ED47-01B7-3C16-C5086CE1B0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58712" y="6069013"/>
                <a:ext cx="20638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59" name="Oval 3118">
                <a:extLst>
                  <a:ext uri="{FF2B5EF4-FFF2-40B4-BE49-F238E27FC236}">
                    <a16:creationId xmlns:a16="http://schemas.microsoft.com/office/drawing/2014/main" id="{AB11AB3C-4684-B3F3-1B5E-88AFD24295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15875" y="6069013"/>
                <a:ext cx="17463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60" name="Oval 3119">
                <a:extLst>
                  <a:ext uri="{FF2B5EF4-FFF2-40B4-BE49-F238E27FC236}">
                    <a16:creationId xmlns:a16="http://schemas.microsoft.com/office/drawing/2014/main" id="{24C04B73-C862-39E2-E966-95D06C0C6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3037" y="6070601"/>
                <a:ext cx="14288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61" name="Oval 3120">
                <a:extLst>
                  <a:ext uri="{FF2B5EF4-FFF2-40B4-BE49-F238E27FC236}">
                    <a16:creationId xmlns:a16="http://schemas.microsoft.com/office/drawing/2014/main" id="{9221453B-1E7C-A102-B521-B1B191203A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27025" y="6070601"/>
                <a:ext cx="15875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62" name="Oval 3121">
                <a:extLst>
                  <a:ext uri="{FF2B5EF4-FFF2-40B4-BE49-F238E27FC236}">
                    <a16:creationId xmlns:a16="http://schemas.microsoft.com/office/drawing/2014/main" id="{AF9CA5F9-062D-2A67-C24F-AC245EDFFB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4187" y="6073776"/>
                <a:ext cx="12700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63" name="Oval 3122">
                <a:extLst>
                  <a:ext uri="{FF2B5EF4-FFF2-40B4-BE49-F238E27FC236}">
                    <a16:creationId xmlns:a16="http://schemas.microsoft.com/office/drawing/2014/main" id="{D7812372-A3CF-0E38-9B15-28C0E6F995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39762" y="6073776"/>
                <a:ext cx="11113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64" name="Oval 3123">
                <a:extLst>
                  <a:ext uri="{FF2B5EF4-FFF2-40B4-BE49-F238E27FC236}">
                    <a16:creationId xmlns:a16="http://schemas.microsoft.com/office/drawing/2014/main" id="{EE3DED2A-5D1E-B55E-999E-68E5BF79CC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6925" y="6073776"/>
                <a:ext cx="7938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65" name="Oval 3124">
                <a:extLst>
                  <a:ext uri="{FF2B5EF4-FFF2-40B4-BE49-F238E27FC236}">
                    <a16:creationId xmlns:a16="http://schemas.microsoft.com/office/drawing/2014/main" id="{B310276F-5A40-3A75-FB92-C4AF4CABF2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4087" y="6076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66" name="Oval 3125">
                <a:extLst>
                  <a:ext uri="{FF2B5EF4-FFF2-40B4-BE49-F238E27FC236}">
                    <a16:creationId xmlns:a16="http://schemas.microsoft.com/office/drawing/2014/main" id="{9A3887BD-69E6-4F8F-DB13-97D5E72956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08075" y="6076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67" name="Rectangle 3161">
                <a:extLst>
                  <a:ext uri="{FF2B5EF4-FFF2-40B4-BE49-F238E27FC236}">
                    <a16:creationId xmlns:a16="http://schemas.microsoft.com/office/drawing/2014/main" id="{46B8B4F9-3823-8C05-8932-6F982A2128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61287" y="6235701"/>
                <a:ext cx="1588" cy="15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68" name="Oval 3162">
                <a:extLst>
                  <a:ext uri="{FF2B5EF4-FFF2-40B4-BE49-F238E27FC236}">
                    <a16:creationId xmlns:a16="http://schemas.microsoft.com/office/drawing/2014/main" id="{B066A6C2-0DD3-6CC7-503F-7BDC1E43F4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16862" y="6232526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69" name="Oval 3163">
                <a:extLst>
                  <a:ext uri="{FF2B5EF4-FFF2-40B4-BE49-F238E27FC236}">
                    <a16:creationId xmlns:a16="http://schemas.microsoft.com/office/drawing/2014/main" id="{01512456-D356-019F-D232-598F0E624C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64500" y="6229351"/>
                <a:ext cx="15875" cy="111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70" name="Oval 3164">
                <a:extLst>
                  <a:ext uri="{FF2B5EF4-FFF2-40B4-BE49-F238E27FC236}">
                    <a16:creationId xmlns:a16="http://schemas.microsoft.com/office/drawing/2014/main" id="{F20AC569-84AE-8613-197B-BBA24E55F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15312" y="6219826"/>
                <a:ext cx="25400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71" name="Oval 3165">
                <a:extLst>
                  <a:ext uri="{FF2B5EF4-FFF2-40B4-BE49-F238E27FC236}">
                    <a16:creationId xmlns:a16="http://schemas.microsoft.com/office/drawing/2014/main" id="{2DBF6C06-F0F2-6E1A-4699-F1B3A29303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64537" y="6213476"/>
                <a:ext cx="36513" cy="396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72" name="Oval 3166">
                <a:extLst>
                  <a:ext uri="{FF2B5EF4-FFF2-40B4-BE49-F238E27FC236}">
                    <a16:creationId xmlns:a16="http://schemas.microsoft.com/office/drawing/2014/main" id="{3E843A5B-E3D3-B7BB-093F-09DE4AF55D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12175" y="6207126"/>
                <a:ext cx="52388" cy="523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73" name="Oval 3167">
                <a:extLst>
                  <a:ext uri="{FF2B5EF4-FFF2-40B4-BE49-F238E27FC236}">
                    <a16:creationId xmlns:a16="http://schemas.microsoft.com/office/drawing/2014/main" id="{225F134B-8D25-0869-D3E1-EFDD04872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61400" y="6202363"/>
                <a:ext cx="65088" cy="666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74" name="Oval 3168">
                <a:extLst>
                  <a:ext uri="{FF2B5EF4-FFF2-40B4-BE49-F238E27FC236}">
                    <a16:creationId xmlns:a16="http://schemas.microsoft.com/office/drawing/2014/main" id="{478071AE-2582-AA75-B00C-F0CDE8A441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9037" y="6196013"/>
                <a:ext cx="76200" cy="746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75" name="Oval 3169">
                <a:extLst>
                  <a:ext uri="{FF2B5EF4-FFF2-40B4-BE49-F238E27FC236}">
                    <a16:creationId xmlns:a16="http://schemas.microsoft.com/office/drawing/2014/main" id="{2622A6C5-66D5-9A2B-6A32-31FAF46946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59850" y="6192838"/>
                <a:ext cx="85725" cy="809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76" name="Oval 3170">
                <a:extLst>
                  <a:ext uri="{FF2B5EF4-FFF2-40B4-BE49-F238E27FC236}">
                    <a16:creationId xmlns:a16="http://schemas.microsoft.com/office/drawing/2014/main" id="{398684D7-77FB-48CD-BB66-BC5DC874FF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17012" y="6192838"/>
                <a:ext cx="82550" cy="841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77" name="Oval 3171">
                <a:extLst>
                  <a:ext uri="{FF2B5EF4-FFF2-40B4-BE49-F238E27FC236}">
                    <a16:creationId xmlns:a16="http://schemas.microsoft.com/office/drawing/2014/main" id="{238D8E5A-33DB-3F62-374B-2BD23477B9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72587" y="6192838"/>
                <a:ext cx="80963" cy="809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78" name="Oval 3172">
                <a:extLst>
                  <a:ext uri="{FF2B5EF4-FFF2-40B4-BE49-F238E27FC236}">
                    <a16:creationId xmlns:a16="http://schemas.microsoft.com/office/drawing/2014/main" id="{92FD1F48-2274-1064-0A8E-95703A6DC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29750" y="6196013"/>
                <a:ext cx="77788" cy="777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79" name="Oval 3173">
                <a:extLst>
                  <a:ext uri="{FF2B5EF4-FFF2-40B4-BE49-F238E27FC236}">
                    <a16:creationId xmlns:a16="http://schemas.microsoft.com/office/drawing/2014/main" id="{3D848AF7-1BD5-6630-D4A6-414127E503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86912" y="6196013"/>
                <a:ext cx="73025" cy="746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80" name="Oval 3174">
                <a:extLst>
                  <a:ext uri="{FF2B5EF4-FFF2-40B4-BE49-F238E27FC236}">
                    <a16:creationId xmlns:a16="http://schemas.microsoft.com/office/drawing/2014/main" id="{8735E2DF-6004-786F-C64C-6F216E37C4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44075" y="6199188"/>
                <a:ext cx="69850" cy="714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81" name="Oval 3175">
                <a:extLst>
                  <a:ext uri="{FF2B5EF4-FFF2-40B4-BE49-F238E27FC236}">
                    <a16:creationId xmlns:a16="http://schemas.microsoft.com/office/drawing/2014/main" id="{219C6155-42E5-3F63-DBA6-5D7A1CAD21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1237" y="6202363"/>
                <a:ext cx="66675" cy="666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82" name="Oval 3176">
                <a:extLst>
                  <a:ext uri="{FF2B5EF4-FFF2-40B4-BE49-F238E27FC236}">
                    <a16:creationId xmlns:a16="http://schemas.microsoft.com/office/drawing/2014/main" id="{88C3D792-394E-22ED-F51F-83521B1E9E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55225" y="6202363"/>
                <a:ext cx="63500" cy="635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83" name="Oval 3177">
                <a:extLst>
                  <a:ext uri="{FF2B5EF4-FFF2-40B4-BE49-F238E27FC236}">
                    <a16:creationId xmlns:a16="http://schemas.microsoft.com/office/drawing/2014/main" id="{1805657C-3CBB-09DF-D292-647F84FCC2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12387" y="6203951"/>
                <a:ext cx="61913" cy="587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84" name="Oval 3178">
                <a:extLst>
                  <a:ext uri="{FF2B5EF4-FFF2-40B4-BE49-F238E27FC236}">
                    <a16:creationId xmlns:a16="http://schemas.microsoft.com/office/drawing/2014/main" id="{F567084F-DEB9-4665-539D-D975323696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71137" y="6207126"/>
                <a:ext cx="57150" cy="555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85" name="Oval 3179">
                <a:extLst>
                  <a:ext uri="{FF2B5EF4-FFF2-40B4-BE49-F238E27FC236}">
                    <a16:creationId xmlns:a16="http://schemas.microsoft.com/office/drawing/2014/main" id="{231F4C45-ADC2-84A8-5CD0-F08B0569B3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28300" y="6207126"/>
                <a:ext cx="50800" cy="555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86" name="Oval 3180">
                <a:extLst>
                  <a:ext uri="{FF2B5EF4-FFF2-40B4-BE49-F238E27FC236}">
                    <a16:creationId xmlns:a16="http://schemas.microsoft.com/office/drawing/2014/main" id="{B26D6C74-6F5D-6A4A-B693-91C1324FF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85462" y="6210301"/>
                <a:ext cx="47625" cy="492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87" name="Oval 3181">
                <a:extLst>
                  <a:ext uri="{FF2B5EF4-FFF2-40B4-BE49-F238E27FC236}">
                    <a16:creationId xmlns:a16="http://schemas.microsoft.com/office/drawing/2014/main" id="{7D656454-68A5-36B6-DAD5-9E718D07F5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39450" y="6210301"/>
                <a:ext cx="47625" cy="492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88" name="Oval 3182">
                <a:extLst>
                  <a:ext uri="{FF2B5EF4-FFF2-40B4-BE49-F238E27FC236}">
                    <a16:creationId xmlns:a16="http://schemas.microsoft.com/office/drawing/2014/main" id="{2C83F38E-A88D-B1F8-C54A-2D2C59F9F5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96612" y="6210301"/>
                <a:ext cx="46038" cy="460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89" name="Oval 3183">
                <a:extLst>
                  <a:ext uri="{FF2B5EF4-FFF2-40B4-BE49-F238E27FC236}">
                    <a16:creationId xmlns:a16="http://schemas.microsoft.com/office/drawing/2014/main" id="{C11F677F-9318-60FA-389D-6CB36EA4CF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53775" y="6213476"/>
                <a:ext cx="42863" cy="428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90" name="Oval 3184">
                <a:extLst>
                  <a:ext uri="{FF2B5EF4-FFF2-40B4-BE49-F238E27FC236}">
                    <a16:creationId xmlns:a16="http://schemas.microsoft.com/office/drawing/2014/main" id="{B11B2C9F-4094-70EB-372A-20B298FF27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07762" y="6213476"/>
                <a:ext cx="39688" cy="396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91" name="Oval 3185">
                <a:extLst>
                  <a:ext uri="{FF2B5EF4-FFF2-40B4-BE49-F238E27FC236}">
                    <a16:creationId xmlns:a16="http://schemas.microsoft.com/office/drawing/2014/main" id="{F0F698CA-8F0A-3ED5-4861-01B05F8EE1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66512" y="6213476"/>
                <a:ext cx="34925" cy="396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92" name="Oval 3186">
                <a:extLst>
                  <a:ext uri="{FF2B5EF4-FFF2-40B4-BE49-F238E27FC236}">
                    <a16:creationId xmlns:a16="http://schemas.microsoft.com/office/drawing/2014/main" id="{9931E061-3703-7AC7-BDBD-FEF69F0E3A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20500" y="6216651"/>
                <a:ext cx="36513" cy="365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93" name="Oval 3187">
                <a:extLst>
                  <a:ext uri="{FF2B5EF4-FFF2-40B4-BE49-F238E27FC236}">
                    <a16:creationId xmlns:a16="http://schemas.microsoft.com/office/drawing/2014/main" id="{DBFB2602-2D75-C40E-85C2-E3DBB6B784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77662" y="6216651"/>
                <a:ext cx="33338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94" name="Oval 3188">
                <a:extLst>
                  <a:ext uri="{FF2B5EF4-FFF2-40B4-BE49-F238E27FC236}">
                    <a16:creationId xmlns:a16="http://schemas.microsoft.com/office/drawing/2014/main" id="{86641DDD-F274-5C40-FA5D-4F7009846A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31650" y="6216651"/>
                <a:ext cx="33338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95" name="Oval 3189">
                <a:extLst>
                  <a:ext uri="{FF2B5EF4-FFF2-40B4-BE49-F238E27FC236}">
                    <a16:creationId xmlns:a16="http://schemas.microsoft.com/office/drawing/2014/main" id="{6CF49C6F-91C6-4BF9-C6A9-1383116169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88812" y="6219826"/>
                <a:ext cx="30163" cy="301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96" name="Oval 3190">
                <a:extLst>
                  <a:ext uri="{FF2B5EF4-FFF2-40B4-BE49-F238E27FC236}">
                    <a16:creationId xmlns:a16="http://schemas.microsoft.com/office/drawing/2014/main" id="{0EDE1DCD-67DC-19CF-F2F2-71B19F1523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45975" y="6219826"/>
                <a:ext cx="28575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97" name="Oval 3191">
                <a:extLst>
                  <a:ext uri="{FF2B5EF4-FFF2-40B4-BE49-F238E27FC236}">
                    <a16:creationId xmlns:a16="http://schemas.microsoft.com/office/drawing/2014/main" id="{AA38E395-2548-780D-053B-174E98354A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01550" y="6219826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98" name="Oval 3192">
                <a:extLst>
                  <a:ext uri="{FF2B5EF4-FFF2-40B4-BE49-F238E27FC236}">
                    <a16:creationId xmlns:a16="http://schemas.microsoft.com/office/drawing/2014/main" id="{DCC146B5-8F7B-F1FB-D8D0-B156878BCB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58712" y="6223001"/>
                <a:ext cx="23813" cy="238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99" name="Oval 3193">
                <a:extLst>
                  <a:ext uri="{FF2B5EF4-FFF2-40B4-BE49-F238E27FC236}">
                    <a16:creationId xmlns:a16="http://schemas.microsoft.com/office/drawing/2014/main" id="{C1D0B8C4-9FBC-0115-5DC6-C4A7046DA8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15875" y="6223001"/>
                <a:ext cx="17463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00" name="Oval 3194">
                <a:extLst>
                  <a:ext uri="{FF2B5EF4-FFF2-40B4-BE49-F238E27FC236}">
                    <a16:creationId xmlns:a16="http://schemas.microsoft.com/office/drawing/2014/main" id="{49245CE7-1261-9AC5-7C57-77B3830131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69862" y="6226176"/>
                <a:ext cx="17463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01" name="Oval 3195">
                <a:extLst>
                  <a:ext uri="{FF2B5EF4-FFF2-40B4-BE49-F238E27FC236}">
                    <a16:creationId xmlns:a16="http://schemas.microsoft.com/office/drawing/2014/main" id="{425358AB-8EF3-0920-5287-F8BA93A560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27025" y="6226176"/>
                <a:ext cx="15875" cy="142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02" name="Oval 3196">
                <a:extLst>
                  <a:ext uri="{FF2B5EF4-FFF2-40B4-BE49-F238E27FC236}">
                    <a16:creationId xmlns:a16="http://schemas.microsoft.com/office/drawing/2014/main" id="{1BF327ED-A6BE-3990-AC81-B6051B5EE3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1012" y="6226176"/>
                <a:ext cx="15875" cy="142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03" name="Oval 3197">
                <a:extLst>
                  <a:ext uri="{FF2B5EF4-FFF2-40B4-BE49-F238E27FC236}">
                    <a16:creationId xmlns:a16="http://schemas.microsoft.com/office/drawing/2014/main" id="{2BF3B096-1DBB-E876-6C60-EC1A1EE7C6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39762" y="6229351"/>
                <a:ext cx="11113" cy="111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04" name="Oval 3198">
                <a:extLst>
                  <a:ext uri="{FF2B5EF4-FFF2-40B4-BE49-F238E27FC236}">
                    <a16:creationId xmlns:a16="http://schemas.microsoft.com/office/drawing/2014/main" id="{BD0CCD76-35C4-44D6-ACA4-C6F375C6FA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6925" y="6229351"/>
                <a:ext cx="7938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05" name="Oval 3199">
                <a:extLst>
                  <a:ext uri="{FF2B5EF4-FFF2-40B4-BE49-F238E27FC236}">
                    <a16:creationId xmlns:a16="http://schemas.microsoft.com/office/drawing/2014/main" id="{B4964BD4-AFB5-FF63-F321-8B067EBDEA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4087" y="6232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06" name="Oval 3200">
                <a:extLst>
                  <a:ext uri="{FF2B5EF4-FFF2-40B4-BE49-F238E27FC236}">
                    <a16:creationId xmlns:a16="http://schemas.microsoft.com/office/drawing/2014/main" id="{D0230706-BD31-83F0-F925-FE5427362A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08075" y="6232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pic>
        <p:nvPicPr>
          <p:cNvPr id="511" name="图片 510">
            <a:extLst>
              <a:ext uri="{FF2B5EF4-FFF2-40B4-BE49-F238E27FC236}">
                <a16:creationId xmlns:a16="http://schemas.microsoft.com/office/drawing/2014/main" id="{5EA9F744-05C8-4192-B48F-4E0E920AE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6189" y="5319346"/>
            <a:ext cx="1545811" cy="153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415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B666409-2BED-FFCF-5D20-CD873686AD87}"/>
              </a:ext>
            </a:extLst>
          </p:cNvPr>
          <p:cNvSpPr/>
          <p:nvPr/>
        </p:nvSpPr>
        <p:spPr>
          <a:xfrm>
            <a:off x="4141549" y="-38982"/>
            <a:ext cx="8050450" cy="6858000"/>
          </a:xfrm>
          <a:prstGeom prst="rect">
            <a:avLst/>
          </a:prstGeom>
          <a:solidFill>
            <a:srgbClr val="0556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D7E7DBD-8F41-70BD-F188-A0273D727208}"/>
              </a:ext>
            </a:extLst>
          </p:cNvPr>
          <p:cNvSpPr txBox="1"/>
          <p:nvPr/>
        </p:nvSpPr>
        <p:spPr>
          <a:xfrm>
            <a:off x="1367486" y="333327"/>
            <a:ext cx="107018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b="1" dirty="0">
                <a:solidFill>
                  <a:schemeClr val="accent5">
                    <a:lumMod val="50000"/>
                  </a:schemeClr>
                </a:solidFill>
              </a:rPr>
              <a:t>言</a:t>
            </a:r>
            <a:endParaRPr lang="en-US" altLang="zh-CN" sz="8000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zh-CN" altLang="en-US" sz="8000" b="1" dirty="0">
                <a:solidFill>
                  <a:schemeClr val="accent5">
                    <a:lumMod val="50000"/>
                  </a:schemeClr>
                </a:solidFill>
              </a:rPr>
              <a:t>值</a:t>
            </a:r>
            <a:endParaRPr lang="en-US" altLang="zh-CN" sz="8000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zh-CN" altLang="en-US" sz="8000" b="1" dirty="0">
                <a:solidFill>
                  <a:schemeClr val="accent5">
                    <a:lumMod val="50000"/>
                  </a:schemeClr>
                </a:solidFill>
              </a:rPr>
              <a:t>计</a:t>
            </a:r>
            <a:endParaRPr lang="en-US" altLang="zh-CN" sz="8000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zh-CN" altLang="en-US" sz="8000" b="1" dirty="0">
                <a:solidFill>
                  <a:schemeClr val="accent5">
                    <a:lumMod val="50000"/>
                  </a:schemeClr>
                </a:solidFill>
              </a:rPr>
              <a:t>划</a:t>
            </a:r>
            <a:endParaRPr lang="zh-CN" altLang="en-US" sz="48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59F9034-7A97-8238-8408-F5190CF267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913" y="78481"/>
            <a:ext cx="1241487" cy="123573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888D2AC-AADE-0FE3-C4CC-3432D450ECDD}"/>
              </a:ext>
            </a:extLst>
          </p:cNvPr>
          <p:cNvSpPr txBox="1"/>
          <p:nvPr/>
        </p:nvSpPr>
        <p:spPr>
          <a:xfrm>
            <a:off x="0" y="5853314"/>
            <a:ext cx="39082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计算机信息工程学院</a:t>
            </a:r>
            <a:endParaRPr lang="en-US" altLang="zh-CN" sz="2000" dirty="0">
              <a:solidFill>
                <a:schemeClr val="accent5">
                  <a:lumMod val="75000"/>
                </a:schemeClr>
              </a:solidFill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程序员之家</a:t>
            </a:r>
          </a:p>
        </p:txBody>
      </p:sp>
      <p:pic>
        <p:nvPicPr>
          <p:cNvPr id="399" name="图片 398">
            <a:extLst>
              <a:ext uri="{FF2B5EF4-FFF2-40B4-BE49-F238E27FC236}">
                <a16:creationId xmlns:a16="http://schemas.microsoft.com/office/drawing/2014/main" id="{251035C1-D934-4713-924F-9CF7B32299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808" y="696351"/>
            <a:ext cx="7825688" cy="4895842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737F8C89-8736-4954-ACD4-FBE4628D89D1}"/>
              </a:ext>
            </a:extLst>
          </p:cNvPr>
          <p:cNvGrpSpPr/>
          <p:nvPr/>
        </p:nvGrpSpPr>
        <p:grpSpPr>
          <a:xfrm>
            <a:off x="-64453" y="5888102"/>
            <a:ext cx="3920173" cy="930916"/>
            <a:chOff x="-193993" y="5412646"/>
            <a:chExt cx="6090132" cy="1446212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1859FCF9-DFC8-4C55-BB25-F92F3835E876}"/>
                </a:ext>
              </a:extLst>
            </p:cNvPr>
            <p:cNvGrpSpPr/>
            <p:nvPr/>
          </p:nvGrpSpPr>
          <p:grpSpPr>
            <a:xfrm>
              <a:off x="-153824" y="5412646"/>
              <a:ext cx="6049963" cy="950912"/>
              <a:chOff x="7916862" y="4525964"/>
              <a:chExt cx="6049963" cy="950912"/>
            </a:xfrm>
            <a:solidFill>
              <a:srgbClr val="055686"/>
            </a:solidFill>
          </p:grpSpPr>
          <p:sp>
            <p:nvSpPr>
              <p:cNvPr id="124" name="Freeform 2335">
                <a:extLst>
                  <a:ext uri="{FF2B5EF4-FFF2-40B4-BE49-F238E27FC236}">
                    <a16:creationId xmlns:a16="http://schemas.microsoft.com/office/drawing/2014/main" id="{CFEF1686-57E8-4E7D-8575-3BB23A94F6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70850" y="4525964"/>
                <a:ext cx="3175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  <a:gd name="T3" fmla="*/ 0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25" name="Oval 2336">
                <a:extLst>
                  <a:ext uri="{FF2B5EF4-FFF2-40B4-BE49-F238E27FC236}">
                    <a16:creationId xmlns:a16="http://schemas.microsoft.com/office/drawing/2014/main" id="{10F1CAB2-7476-489F-B27B-F6A4EDB396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28012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26" name="Oval 2337">
                <a:extLst>
                  <a:ext uri="{FF2B5EF4-FFF2-40B4-BE49-F238E27FC236}">
                    <a16:creationId xmlns:a16="http://schemas.microsoft.com/office/drawing/2014/main" id="{F99D35A9-BF04-4CD8-8314-BF1B79F6F1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2000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27" name="Oval 2338">
                <a:extLst>
                  <a:ext uri="{FF2B5EF4-FFF2-40B4-BE49-F238E27FC236}">
                    <a16:creationId xmlns:a16="http://schemas.microsoft.com/office/drawing/2014/main" id="{42E4FC2C-8470-4255-8061-6D60DF0458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35987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28" name="Oval 2339">
                <a:extLst>
                  <a:ext uri="{FF2B5EF4-FFF2-40B4-BE49-F238E27FC236}">
                    <a16:creationId xmlns:a16="http://schemas.microsoft.com/office/drawing/2014/main" id="{0969C432-542B-425A-ABD4-9091926C9B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91562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29" name="Oval 2340">
                <a:extLst>
                  <a:ext uri="{FF2B5EF4-FFF2-40B4-BE49-F238E27FC236}">
                    <a16:creationId xmlns:a16="http://schemas.microsoft.com/office/drawing/2014/main" id="{0C75CE07-7051-4110-BB43-A8C618D1BB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8725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30" name="Oval 2341">
                <a:extLst>
                  <a:ext uri="{FF2B5EF4-FFF2-40B4-BE49-F238E27FC236}">
                    <a16:creationId xmlns:a16="http://schemas.microsoft.com/office/drawing/2014/main" id="{51739325-A35C-417D-9AA0-B152B24F5E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02712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31" name="Oval 2342">
                <a:extLst>
                  <a:ext uri="{FF2B5EF4-FFF2-40B4-BE49-F238E27FC236}">
                    <a16:creationId xmlns:a16="http://schemas.microsoft.com/office/drawing/2014/main" id="{2EFB62D1-2122-4F2A-B5C6-748A15B89E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6700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32" name="Oval 2343">
                <a:extLst>
                  <a:ext uri="{FF2B5EF4-FFF2-40B4-BE49-F238E27FC236}">
                    <a16:creationId xmlns:a16="http://schemas.microsoft.com/office/drawing/2014/main" id="{4133BB5D-326B-4031-8879-AF660D2B3B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10687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33" name="Oval 2344">
                <a:extLst>
                  <a:ext uri="{FF2B5EF4-FFF2-40B4-BE49-F238E27FC236}">
                    <a16:creationId xmlns:a16="http://schemas.microsoft.com/office/drawing/2014/main" id="{0C629707-68BF-4C83-99E5-245B6029C2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67850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34" name="Oval 2345">
                <a:extLst>
                  <a:ext uri="{FF2B5EF4-FFF2-40B4-BE49-F238E27FC236}">
                    <a16:creationId xmlns:a16="http://schemas.microsoft.com/office/drawing/2014/main" id="{51E8BA2A-3EE0-49F3-83F9-3F37096F77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3425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35" name="Oval 2346">
                <a:extLst>
                  <a:ext uri="{FF2B5EF4-FFF2-40B4-BE49-F238E27FC236}">
                    <a16:creationId xmlns:a16="http://schemas.microsoft.com/office/drawing/2014/main" id="{19BFED79-78E2-4D05-98DE-C7B1CF578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77412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36" name="Oval 2347">
                <a:extLst>
                  <a:ext uri="{FF2B5EF4-FFF2-40B4-BE49-F238E27FC236}">
                    <a16:creationId xmlns:a16="http://schemas.microsoft.com/office/drawing/2014/main" id="{B9D49E1B-7E89-47C0-AD78-9E0F9A5CD8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1400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37" name="Oval 2348">
                <a:extLst>
                  <a:ext uri="{FF2B5EF4-FFF2-40B4-BE49-F238E27FC236}">
                    <a16:creationId xmlns:a16="http://schemas.microsoft.com/office/drawing/2014/main" id="{116BD7A2-1C75-4C6F-8705-866FBDC4BC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8562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38" name="Oval 2349">
                <a:extLst>
                  <a:ext uri="{FF2B5EF4-FFF2-40B4-BE49-F238E27FC236}">
                    <a16:creationId xmlns:a16="http://schemas.microsoft.com/office/drawing/2014/main" id="{616233C6-659C-4853-999E-3A62B58C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42550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39" name="Oval 2350">
                <a:extLst>
                  <a:ext uri="{FF2B5EF4-FFF2-40B4-BE49-F238E27FC236}">
                    <a16:creationId xmlns:a16="http://schemas.microsoft.com/office/drawing/2014/main" id="{39E7D2B5-792E-4685-AF84-7151485841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98125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40" name="Oval 2351">
                <a:extLst>
                  <a:ext uri="{FF2B5EF4-FFF2-40B4-BE49-F238E27FC236}">
                    <a16:creationId xmlns:a16="http://schemas.microsoft.com/office/drawing/2014/main" id="{39E0D3EF-DF22-495D-983F-91E185F5FB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52112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41" name="Oval 2352">
                <a:extLst>
                  <a:ext uri="{FF2B5EF4-FFF2-40B4-BE49-F238E27FC236}">
                    <a16:creationId xmlns:a16="http://schemas.microsoft.com/office/drawing/2014/main" id="{4E0A14F0-B8B6-45A3-BA4D-EABFA792C6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09275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42" name="Oval 2353">
                <a:extLst>
                  <a:ext uri="{FF2B5EF4-FFF2-40B4-BE49-F238E27FC236}">
                    <a16:creationId xmlns:a16="http://schemas.microsoft.com/office/drawing/2014/main" id="{FD1B095E-6773-4788-8852-6848123C03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63262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43" name="Oval 2354">
                <a:extLst>
                  <a:ext uri="{FF2B5EF4-FFF2-40B4-BE49-F238E27FC236}">
                    <a16:creationId xmlns:a16="http://schemas.microsoft.com/office/drawing/2014/main" id="{540B2134-16C1-438E-803A-8390A75A54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17250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44" name="Oval 2355">
                <a:extLst>
                  <a:ext uri="{FF2B5EF4-FFF2-40B4-BE49-F238E27FC236}">
                    <a16:creationId xmlns:a16="http://schemas.microsoft.com/office/drawing/2014/main" id="{A4CAF311-42BF-4FC7-AA05-B3265F6BE6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2825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45" name="Oval 2356">
                <a:extLst>
                  <a:ext uri="{FF2B5EF4-FFF2-40B4-BE49-F238E27FC236}">
                    <a16:creationId xmlns:a16="http://schemas.microsoft.com/office/drawing/2014/main" id="{FF4A9EBC-B603-4EBF-BCAE-31B819BF1A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29987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46" name="Oval 2357">
                <a:extLst>
                  <a:ext uri="{FF2B5EF4-FFF2-40B4-BE49-F238E27FC236}">
                    <a16:creationId xmlns:a16="http://schemas.microsoft.com/office/drawing/2014/main" id="{260DA940-90C1-47A4-8C68-4856ECD87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83975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47" name="Oval 2358">
                <a:extLst>
                  <a:ext uri="{FF2B5EF4-FFF2-40B4-BE49-F238E27FC236}">
                    <a16:creationId xmlns:a16="http://schemas.microsoft.com/office/drawing/2014/main" id="{5F4DF16D-7D28-4F8B-9E14-908327D9DA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7962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48" name="Oval 2359">
                <a:extLst>
                  <a:ext uri="{FF2B5EF4-FFF2-40B4-BE49-F238E27FC236}">
                    <a16:creationId xmlns:a16="http://schemas.microsoft.com/office/drawing/2014/main" id="{022B3CFC-4873-49B1-A74D-D6F3126AE3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91950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49" name="Oval 2360">
                <a:extLst>
                  <a:ext uri="{FF2B5EF4-FFF2-40B4-BE49-F238E27FC236}">
                    <a16:creationId xmlns:a16="http://schemas.microsoft.com/office/drawing/2014/main" id="{9A82806C-D20C-46CE-831B-0BBAD58D44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50700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50" name="Oval 2361">
                <a:extLst>
                  <a:ext uri="{FF2B5EF4-FFF2-40B4-BE49-F238E27FC236}">
                    <a16:creationId xmlns:a16="http://schemas.microsoft.com/office/drawing/2014/main" id="{9690FD28-3774-49B6-9CAD-305AA24CD0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04687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51" name="Freeform 2362">
                <a:extLst>
                  <a:ext uri="{FF2B5EF4-FFF2-40B4-BE49-F238E27FC236}">
                    <a16:creationId xmlns:a16="http://schemas.microsoft.com/office/drawing/2014/main" id="{9D599AF8-80F3-4C14-9C9A-A4EA57FBD7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58675" y="4525964"/>
                <a:ext cx="3175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  <a:gd name="T3" fmla="*/ 0 w 1"/>
                  <a:gd name="T4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52" name="Oval 2363">
                <a:extLst>
                  <a:ext uri="{FF2B5EF4-FFF2-40B4-BE49-F238E27FC236}">
                    <a16:creationId xmlns:a16="http://schemas.microsoft.com/office/drawing/2014/main" id="{BAD635FB-92A6-485F-9BFA-722F31FFC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12662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53" name="Oval 2364">
                <a:extLst>
                  <a:ext uri="{FF2B5EF4-FFF2-40B4-BE49-F238E27FC236}">
                    <a16:creationId xmlns:a16="http://schemas.microsoft.com/office/drawing/2014/main" id="{7301CBA9-E961-49B3-A276-5EE5B8CF04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9825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54" name="Oval 2365">
                <a:extLst>
                  <a:ext uri="{FF2B5EF4-FFF2-40B4-BE49-F238E27FC236}">
                    <a16:creationId xmlns:a16="http://schemas.microsoft.com/office/drawing/2014/main" id="{648624EA-06F6-4989-B65B-98476F35A3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25400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55" name="Oval 2366">
                <a:extLst>
                  <a:ext uri="{FF2B5EF4-FFF2-40B4-BE49-F238E27FC236}">
                    <a16:creationId xmlns:a16="http://schemas.microsoft.com/office/drawing/2014/main" id="{A76D8988-1287-4E18-9F70-D7D718B6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9387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56" name="Oval 2367">
                <a:extLst>
                  <a:ext uri="{FF2B5EF4-FFF2-40B4-BE49-F238E27FC236}">
                    <a16:creationId xmlns:a16="http://schemas.microsoft.com/office/drawing/2014/main" id="{1D723047-70A9-4560-AB91-25E60084A8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33375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57" name="Oval 2368">
                <a:extLst>
                  <a:ext uri="{FF2B5EF4-FFF2-40B4-BE49-F238E27FC236}">
                    <a16:creationId xmlns:a16="http://schemas.microsoft.com/office/drawing/2014/main" id="{6DA119E2-BE19-421E-BA2C-DE6C35107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90537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58" name="Oval 2369">
                <a:extLst>
                  <a:ext uri="{FF2B5EF4-FFF2-40B4-BE49-F238E27FC236}">
                    <a16:creationId xmlns:a16="http://schemas.microsoft.com/office/drawing/2014/main" id="{BEF8E985-D822-48E4-815C-6D9F48E5BE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44525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59" name="Oval 2370">
                <a:extLst>
                  <a:ext uri="{FF2B5EF4-FFF2-40B4-BE49-F238E27FC236}">
                    <a16:creationId xmlns:a16="http://schemas.microsoft.com/office/drawing/2014/main" id="{CE1D4015-7E68-4B4A-8EC6-712892EE83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00100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60" name="Oval 2371">
                <a:extLst>
                  <a:ext uri="{FF2B5EF4-FFF2-40B4-BE49-F238E27FC236}">
                    <a16:creationId xmlns:a16="http://schemas.microsoft.com/office/drawing/2014/main" id="{63BBBB48-D414-4951-BEBB-8702E4B3B6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4087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61" name="Oval 2372">
                <a:extLst>
                  <a:ext uri="{FF2B5EF4-FFF2-40B4-BE49-F238E27FC236}">
                    <a16:creationId xmlns:a16="http://schemas.microsoft.com/office/drawing/2014/main" id="{68FFD2BD-9F3D-4544-9C69-18F212E25B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11250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62" name="Oval 2373">
                <a:extLst>
                  <a:ext uri="{FF2B5EF4-FFF2-40B4-BE49-F238E27FC236}">
                    <a16:creationId xmlns:a16="http://schemas.microsoft.com/office/drawing/2014/main" id="{72E70A15-76C6-4A53-8E9F-0D7738FD13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65237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63" name="Freeform 2409">
                <a:extLst>
                  <a:ext uri="{FF2B5EF4-FFF2-40B4-BE49-F238E27FC236}">
                    <a16:creationId xmlns:a16="http://schemas.microsoft.com/office/drawing/2014/main" id="{F0649EB0-7044-487F-B453-6E47B6AB29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70850" y="4679951"/>
                <a:ext cx="3175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  <a:gd name="T3" fmla="*/ 0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64" name="Freeform 2410">
                <a:extLst>
                  <a:ext uri="{FF2B5EF4-FFF2-40B4-BE49-F238E27FC236}">
                    <a16:creationId xmlns:a16="http://schemas.microsoft.com/office/drawing/2014/main" id="{A5EBC419-B15B-4803-AE5E-691492073B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28012" y="467995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65" name="Freeform 2411">
                <a:extLst>
                  <a:ext uri="{FF2B5EF4-FFF2-40B4-BE49-F238E27FC236}">
                    <a16:creationId xmlns:a16="http://schemas.microsoft.com/office/drawing/2014/main" id="{257DD1A4-02FF-4D4F-BF5E-B9B4D2B79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82000" y="4679951"/>
                <a:ext cx="0" cy="3175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0 h 1"/>
                  <a:gd name="T4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66" name="Oval 2412">
                <a:extLst>
                  <a:ext uri="{FF2B5EF4-FFF2-40B4-BE49-F238E27FC236}">
                    <a16:creationId xmlns:a16="http://schemas.microsoft.com/office/drawing/2014/main" id="{C94C21B1-8428-40F2-A8C5-46FE0CF5D6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35987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67" name="Oval 2413">
                <a:extLst>
                  <a:ext uri="{FF2B5EF4-FFF2-40B4-BE49-F238E27FC236}">
                    <a16:creationId xmlns:a16="http://schemas.microsoft.com/office/drawing/2014/main" id="{718994FB-5C83-4055-B014-2C5DE0DA56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91562" y="46799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68" name="Oval 2414">
                <a:extLst>
                  <a:ext uri="{FF2B5EF4-FFF2-40B4-BE49-F238E27FC236}">
                    <a16:creationId xmlns:a16="http://schemas.microsoft.com/office/drawing/2014/main" id="{875CAAC0-EB8C-4DC7-BA9A-95B4E1961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5550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69" name="Oval 2415">
                <a:extLst>
                  <a:ext uri="{FF2B5EF4-FFF2-40B4-BE49-F238E27FC236}">
                    <a16:creationId xmlns:a16="http://schemas.microsoft.com/office/drawing/2014/main" id="{62EC18F4-A247-43A1-8FF3-E4FEA16608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02712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0" name="Oval 2417">
                <a:extLst>
                  <a:ext uri="{FF2B5EF4-FFF2-40B4-BE49-F238E27FC236}">
                    <a16:creationId xmlns:a16="http://schemas.microsoft.com/office/drawing/2014/main" id="{0C3A77BD-566B-4DC0-A314-A7363D0471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6700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1" name="Oval 2418">
                <a:extLst>
                  <a:ext uri="{FF2B5EF4-FFF2-40B4-BE49-F238E27FC236}">
                    <a16:creationId xmlns:a16="http://schemas.microsoft.com/office/drawing/2014/main" id="{5F60DF79-74FA-46AA-A5B4-8C4E88794E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10687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2" name="Oval 2419">
                <a:extLst>
                  <a:ext uri="{FF2B5EF4-FFF2-40B4-BE49-F238E27FC236}">
                    <a16:creationId xmlns:a16="http://schemas.microsoft.com/office/drawing/2014/main" id="{09608384-0CCA-4C88-9836-E7F4BF9E8F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66262" y="46799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3" name="Oval 2420">
                <a:extLst>
                  <a:ext uri="{FF2B5EF4-FFF2-40B4-BE49-F238E27FC236}">
                    <a16:creationId xmlns:a16="http://schemas.microsoft.com/office/drawing/2014/main" id="{68A7AAFE-CED6-4C7C-91D3-8E54E7A17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3425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4" name="Oval 2421">
                <a:extLst>
                  <a:ext uri="{FF2B5EF4-FFF2-40B4-BE49-F238E27FC236}">
                    <a16:creationId xmlns:a16="http://schemas.microsoft.com/office/drawing/2014/main" id="{E5490038-B440-48BF-A6FA-F4DCDDAEAA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77412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5" name="Oval 2422">
                <a:extLst>
                  <a:ext uri="{FF2B5EF4-FFF2-40B4-BE49-F238E27FC236}">
                    <a16:creationId xmlns:a16="http://schemas.microsoft.com/office/drawing/2014/main" id="{48139898-3595-46B1-81B9-A76F738D44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1400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6" name="Oval 2423">
                <a:extLst>
                  <a:ext uri="{FF2B5EF4-FFF2-40B4-BE49-F238E27FC236}">
                    <a16:creationId xmlns:a16="http://schemas.microsoft.com/office/drawing/2014/main" id="{D00A1DE7-7CC6-48F8-B46B-387B122C98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5387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7" name="Oval 2424">
                <a:extLst>
                  <a:ext uri="{FF2B5EF4-FFF2-40B4-BE49-F238E27FC236}">
                    <a16:creationId xmlns:a16="http://schemas.microsoft.com/office/drawing/2014/main" id="{07444F0A-08A3-43D3-9096-FFB4FDD170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42550" y="46799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8" name="Oval 2425">
                <a:extLst>
                  <a:ext uri="{FF2B5EF4-FFF2-40B4-BE49-F238E27FC236}">
                    <a16:creationId xmlns:a16="http://schemas.microsoft.com/office/drawing/2014/main" id="{24C4771D-404D-4617-9082-DEA37061CD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98125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9" name="Oval 2426">
                <a:extLst>
                  <a:ext uri="{FF2B5EF4-FFF2-40B4-BE49-F238E27FC236}">
                    <a16:creationId xmlns:a16="http://schemas.microsoft.com/office/drawing/2014/main" id="{5798978A-B585-4829-8FC7-4E6DE7425B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52112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80" name="Oval 2427">
                <a:extLst>
                  <a:ext uri="{FF2B5EF4-FFF2-40B4-BE49-F238E27FC236}">
                    <a16:creationId xmlns:a16="http://schemas.microsoft.com/office/drawing/2014/main" id="{43D519DF-6CC5-4620-8877-75D8319E99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06100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81" name="Oval 2428">
                <a:extLst>
                  <a:ext uri="{FF2B5EF4-FFF2-40B4-BE49-F238E27FC236}">
                    <a16:creationId xmlns:a16="http://schemas.microsoft.com/office/drawing/2014/main" id="{570582F0-9FDA-4689-9F9E-6F6FC30703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63262" y="46799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82" name="Freeform 2429">
                <a:extLst>
                  <a:ext uri="{FF2B5EF4-FFF2-40B4-BE49-F238E27FC236}">
                    <a16:creationId xmlns:a16="http://schemas.microsoft.com/office/drawing/2014/main" id="{22DC5FE9-C792-426A-81F1-EDB8FABA48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17250" y="4679951"/>
                <a:ext cx="3175" cy="3175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0 h 1"/>
                  <a:gd name="T6" fmla="*/ 0 w 1"/>
                  <a:gd name="T7" fmla="*/ 0 h 1"/>
                  <a:gd name="T8" fmla="*/ 0 w 1"/>
                  <a:gd name="T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83" name="Oval 2430">
                <a:extLst>
                  <a:ext uri="{FF2B5EF4-FFF2-40B4-BE49-F238E27FC236}">
                    <a16:creationId xmlns:a16="http://schemas.microsoft.com/office/drawing/2014/main" id="{CAC278A7-8FA5-470B-B8C6-A263C761A4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2825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84" name="Oval 2431">
                <a:extLst>
                  <a:ext uri="{FF2B5EF4-FFF2-40B4-BE49-F238E27FC236}">
                    <a16:creationId xmlns:a16="http://schemas.microsoft.com/office/drawing/2014/main" id="{59BA1960-1437-49F7-A1FE-9963065612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26812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85" name="Oval 2432">
                <a:extLst>
                  <a:ext uri="{FF2B5EF4-FFF2-40B4-BE49-F238E27FC236}">
                    <a16:creationId xmlns:a16="http://schemas.microsoft.com/office/drawing/2014/main" id="{D6A06349-8AEF-4FDF-AFD8-56CB8BC7C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80800" y="4679951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86" name="Oval 2433">
                <a:extLst>
                  <a:ext uri="{FF2B5EF4-FFF2-40B4-BE49-F238E27FC236}">
                    <a16:creationId xmlns:a16="http://schemas.microsoft.com/office/drawing/2014/main" id="{7B7EEEF4-73A9-4CEF-A650-7D434B088E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7962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87" name="Oval 2434">
                <a:extLst>
                  <a:ext uri="{FF2B5EF4-FFF2-40B4-BE49-F238E27FC236}">
                    <a16:creationId xmlns:a16="http://schemas.microsoft.com/office/drawing/2014/main" id="{31FE29BC-FF64-4AD8-ABE4-9A05E5F58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91950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88" name="Oval 2435">
                <a:extLst>
                  <a:ext uri="{FF2B5EF4-FFF2-40B4-BE49-F238E27FC236}">
                    <a16:creationId xmlns:a16="http://schemas.microsoft.com/office/drawing/2014/main" id="{AB3F4B3E-AADB-45BE-A443-602EFE293A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47525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89" name="Oval 2436">
                <a:extLst>
                  <a:ext uri="{FF2B5EF4-FFF2-40B4-BE49-F238E27FC236}">
                    <a16:creationId xmlns:a16="http://schemas.microsoft.com/office/drawing/2014/main" id="{0A1696B7-F6A2-420A-8A37-D88BBEDCC8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04687" y="46799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90" name="Oval 2437">
                <a:extLst>
                  <a:ext uri="{FF2B5EF4-FFF2-40B4-BE49-F238E27FC236}">
                    <a16:creationId xmlns:a16="http://schemas.microsoft.com/office/drawing/2014/main" id="{D6B99F1A-A0DC-4C24-AF54-4DD55E0747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58675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91" name="Oval 2438">
                <a:extLst>
                  <a:ext uri="{FF2B5EF4-FFF2-40B4-BE49-F238E27FC236}">
                    <a16:creationId xmlns:a16="http://schemas.microsoft.com/office/drawing/2014/main" id="{36F90859-118A-4875-930A-A45482C639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12662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92" name="Oval 2439">
                <a:extLst>
                  <a:ext uri="{FF2B5EF4-FFF2-40B4-BE49-F238E27FC236}">
                    <a16:creationId xmlns:a16="http://schemas.microsoft.com/office/drawing/2014/main" id="{B0D9A5AF-F557-484F-A353-CB0136753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9825" y="46799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93" name="Oval 2440">
                <a:extLst>
                  <a:ext uri="{FF2B5EF4-FFF2-40B4-BE49-F238E27FC236}">
                    <a16:creationId xmlns:a16="http://schemas.microsoft.com/office/drawing/2014/main" id="{0A5D2F3D-1059-49EC-A745-FF2D6A3770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25400" y="46799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94" name="Oval 2441">
                <a:extLst>
                  <a:ext uri="{FF2B5EF4-FFF2-40B4-BE49-F238E27FC236}">
                    <a16:creationId xmlns:a16="http://schemas.microsoft.com/office/drawing/2014/main" id="{60EBE695-5EFC-4C1F-978C-6BEA8D3D46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9387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95" name="Freeform 2442">
                <a:extLst>
                  <a:ext uri="{FF2B5EF4-FFF2-40B4-BE49-F238E27FC236}">
                    <a16:creationId xmlns:a16="http://schemas.microsoft.com/office/drawing/2014/main" id="{F64EBB6E-8191-482F-9955-18A15C4246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33375" y="4679951"/>
                <a:ext cx="3175" cy="3175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1 w 1"/>
                  <a:gd name="T5" fmla="*/ 0 h 1"/>
                  <a:gd name="T6" fmla="*/ 0 w 1"/>
                  <a:gd name="T7" fmla="*/ 0 h 1"/>
                  <a:gd name="T8" fmla="*/ 1 w 1"/>
                  <a:gd name="T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96" name="Freeform 2443">
                <a:extLst>
                  <a:ext uri="{FF2B5EF4-FFF2-40B4-BE49-F238E27FC236}">
                    <a16:creationId xmlns:a16="http://schemas.microsoft.com/office/drawing/2014/main" id="{EF6DDCE4-2667-4D72-B55B-831A3CB2B0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87362" y="4679951"/>
                <a:ext cx="3175" cy="3175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1 w 1"/>
                  <a:gd name="T5" fmla="*/ 0 h 1"/>
                  <a:gd name="T6" fmla="*/ 0 w 1"/>
                  <a:gd name="T7" fmla="*/ 0 h 1"/>
                  <a:gd name="T8" fmla="*/ 1 w 1"/>
                  <a:gd name="T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97" name="Freeform 2444">
                <a:extLst>
                  <a:ext uri="{FF2B5EF4-FFF2-40B4-BE49-F238E27FC236}">
                    <a16:creationId xmlns:a16="http://schemas.microsoft.com/office/drawing/2014/main" id="{EB0C29FB-D59D-4317-AB96-D8BCEDEA4B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44525" y="4679951"/>
                <a:ext cx="0" cy="3175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0 h 1"/>
                  <a:gd name="T4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98" name="Freeform 2445">
                <a:extLst>
                  <a:ext uri="{FF2B5EF4-FFF2-40B4-BE49-F238E27FC236}">
                    <a16:creationId xmlns:a16="http://schemas.microsoft.com/office/drawing/2014/main" id="{0A85EE72-A937-41BA-AFBB-052242C503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00100" y="4679951"/>
                <a:ext cx="1588" cy="3175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0 h 1"/>
                  <a:gd name="T6" fmla="*/ 0 w 1"/>
                  <a:gd name="T7" fmla="*/ 0 h 1"/>
                  <a:gd name="T8" fmla="*/ 0 w 1"/>
                  <a:gd name="T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99" name="Oval 2446">
                <a:extLst>
                  <a:ext uri="{FF2B5EF4-FFF2-40B4-BE49-F238E27FC236}">
                    <a16:creationId xmlns:a16="http://schemas.microsoft.com/office/drawing/2014/main" id="{3FB4C82B-D9EC-49DF-B777-2E8ADD9D59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4087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00" name="Freeform 2447">
                <a:extLst>
                  <a:ext uri="{FF2B5EF4-FFF2-40B4-BE49-F238E27FC236}">
                    <a16:creationId xmlns:a16="http://schemas.microsoft.com/office/drawing/2014/main" id="{49D55627-AAD1-4989-B471-027E7192C2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11250" y="467995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01" name="Freeform 2448">
                <a:extLst>
                  <a:ext uri="{FF2B5EF4-FFF2-40B4-BE49-F238E27FC236}">
                    <a16:creationId xmlns:a16="http://schemas.microsoft.com/office/drawing/2014/main" id="{9EF09FA7-B007-440A-BD67-B92BDD03B7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65237" y="467995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02" name="Freeform 2484">
                <a:extLst>
                  <a:ext uri="{FF2B5EF4-FFF2-40B4-BE49-F238E27FC236}">
                    <a16:creationId xmlns:a16="http://schemas.microsoft.com/office/drawing/2014/main" id="{7060FFF8-D6B0-4E30-A4CD-F87D46DD31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70850" y="4835526"/>
                <a:ext cx="3175" cy="3175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1 h 1"/>
                  <a:gd name="T4" fmla="*/ 1 w 1"/>
                  <a:gd name="T5" fmla="*/ 0 h 1"/>
                  <a:gd name="T6" fmla="*/ 0 w 1"/>
                  <a:gd name="T7" fmla="*/ 1 h 1"/>
                  <a:gd name="T8" fmla="*/ 1 w 1"/>
                  <a:gd name="T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03" name="Freeform 2485">
                <a:extLst>
                  <a:ext uri="{FF2B5EF4-FFF2-40B4-BE49-F238E27FC236}">
                    <a16:creationId xmlns:a16="http://schemas.microsoft.com/office/drawing/2014/main" id="{87ED249C-37EB-4FF7-AC06-3340844FF0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28012" y="4835526"/>
                <a:ext cx="0" cy="3175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04" name="Oval 2486">
                <a:extLst>
                  <a:ext uri="{FF2B5EF4-FFF2-40B4-BE49-F238E27FC236}">
                    <a16:creationId xmlns:a16="http://schemas.microsoft.com/office/drawing/2014/main" id="{607FAE76-2595-4461-B150-5BA1129950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2000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05" name="Oval 2487">
                <a:extLst>
                  <a:ext uri="{FF2B5EF4-FFF2-40B4-BE49-F238E27FC236}">
                    <a16:creationId xmlns:a16="http://schemas.microsoft.com/office/drawing/2014/main" id="{AC5883DF-4BA9-449B-90F2-A1DFFCCAA0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35987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06" name="Oval 2488">
                <a:extLst>
                  <a:ext uri="{FF2B5EF4-FFF2-40B4-BE49-F238E27FC236}">
                    <a16:creationId xmlns:a16="http://schemas.microsoft.com/office/drawing/2014/main" id="{30AA4CB8-ABFD-4B17-B9AC-6D518DA52B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91562" y="4835526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07" name="Oval 2489">
                <a:extLst>
                  <a:ext uri="{FF2B5EF4-FFF2-40B4-BE49-F238E27FC236}">
                    <a16:creationId xmlns:a16="http://schemas.microsoft.com/office/drawing/2014/main" id="{25252F60-F2E0-4798-8F60-BE63B773DF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5550" y="4832351"/>
                <a:ext cx="6350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08" name="Oval 2490">
                <a:extLst>
                  <a:ext uri="{FF2B5EF4-FFF2-40B4-BE49-F238E27FC236}">
                    <a16:creationId xmlns:a16="http://schemas.microsoft.com/office/drawing/2014/main" id="{EEDCC49C-8804-410E-8B74-67F2687461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9537" y="4832351"/>
                <a:ext cx="6350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09" name="Oval 2491">
                <a:extLst>
                  <a:ext uri="{FF2B5EF4-FFF2-40B4-BE49-F238E27FC236}">
                    <a16:creationId xmlns:a16="http://schemas.microsoft.com/office/drawing/2014/main" id="{C7B6DD76-D76E-4577-8BE6-DAB5A7FC83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3525" y="4832351"/>
                <a:ext cx="9525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10" name="Oval 2492">
                <a:extLst>
                  <a:ext uri="{FF2B5EF4-FFF2-40B4-BE49-F238E27FC236}">
                    <a16:creationId xmlns:a16="http://schemas.microsoft.com/office/drawing/2014/main" id="{21E5FF67-3153-4CF8-AABF-29CF72AB0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7512" y="4832351"/>
                <a:ext cx="9525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11" name="Oval 2493">
                <a:extLst>
                  <a:ext uri="{FF2B5EF4-FFF2-40B4-BE49-F238E27FC236}">
                    <a16:creationId xmlns:a16="http://schemas.microsoft.com/office/drawing/2014/main" id="{04E77006-514D-47DB-BE7A-48AC0306CC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66262" y="4832351"/>
                <a:ext cx="4763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12" name="Oval 2494">
                <a:extLst>
                  <a:ext uri="{FF2B5EF4-FFF2-40B4-BE49-F238E27FC236}">
                    <a16:creationId xmlns:a16="http://schemas.microsoft.com/office/drawing/2014/main" id="{1AED3F94-E293-4479-84AE-C22E8CB319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0250" y="4832351"/>
                <a:ext cx="6350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13" name="Oval 2495">
                <a:extLst>
                  <a:ext uri="{FF2B5EF4-FFF2-40B4-BE49-F238E27FC236}">
                    <a16:creationId xmlns:a16="http://schemas.microsoft.com/office/drawing/2014/main" id="{EA762509-5C98-4E11-9430-10ADADA8E4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74237" y="4832351"/>
                <a:ext cx="6350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14" name="Oval 2496">
                <a:extLst>
                  <a:ext uri="{FF2B5EF4-FFF2-40B4-BE49-F238E27FC236}">
                    <a16:creationId xmlns:a16="http://schemas.microsoft.com/office/drawing/2014/main" id="{F7F0D920-6C64-421A-8091-02334CED62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28225" y="4832351"/>
                <a:ext cx="9525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15" name="Oval 2497">
                <a:extLst>
                  <a:ext uri="{FF2B5EF4-FFF2-40B4-BE49-F238E27FC236}">
                    <a16:creationId xmlns:a16="http://schemas.microsoft.com/office/drawing/2014/main" id="{EDBF7139-CAAB-4531-B180-355CBEB0B9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5387" y="4835526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16" name="Oval 2498">
                <a:extLst>
                  <a:ext uri="{FF2B5EF4-FFF2-40B4-BE49-F238E27FC236}">
                    <a16:creationId xmlns:a16="http://schemas.microsoft.com/office/drawing/2014/main" id="{58E2A600-4AA7-44C3-9DE0-7CDCDE6410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40962" y="4835526"/>
                <a:ext cx="4763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17" name="Oval 2499">
                <a:extLst>
                  <a:ext uri="{FF2B5EF4-FFF2-40B4-BE49-F238E27FC236}">
                    <a16:creationId xmlns:a16="http://schemas.microsoft.com/office/drawing/2014/main" id="{FBA6106F-F3F2-419F-BD40-F2126F351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94950" y="4835526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18" name="Oval 2500">
                <a:extLst>
                  <a:ext uri="{FF2B5EF4-FFF2-40B4-BE49-F238E27FC236}">
                    <a16:creationId xmlns:a16="http://schemas.microsoft.com/office/drawing/2014/main" id="{F338BC81-5993-46C7-864E-C304743DB1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52112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19" name="Oval 2501">
                <a:extLst>
                  <a:ext uri="{FF2B5EF4-FFF2-40B4-BE49-F238E27FC236}">
                    <a16:creationId xmlns:a16="http://schemas.microsoft.com/office/drawing/2014/main" id="{1315E135-39CE-490D-80C2-13D36F0B04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06100" y="4835526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0" name="Oval 2502">
                <a:extLst>
                  <a:ext uri="{FF2B5EF4-FFF2-40B4-BE49-F238E27FC236}">
                    <a16:creationId xmlns:a16="http://schemas.microsoft.com/office/drawing/2014/main" id="{B7CE144E-6DD4-4D7C-B91C-0DB1139F04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60087" y="4835526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1" name="Oval 2503">
                <a:extLst>
                  <a:ext uri="{FF2B5EF4-FFF2-40B4-BE49-F238E27FC236}">
                    <a16:creationId xmlns:a16="http://schemas.microsoft.com/office/drawing/2014/main" id="{A2994851-B6CB-4254-AC0F-151053E7E9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17250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2" name="Oval 2504">
                <a:extLst>
                  <a:ext uri="{FF2B5EF4-FFF2-40B4-BE49-F238E27FC236}">
                    <a16:creationId xmlns:a16="http://schemas.microsoft.com/office/drawing/2014/main" id="{307BCF61-E5D5-4168-AC24-C9A61C2EC1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2825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3" name="Oval 2505">
                <a:extLst>
                  <a:ext uri="{FF2B5EF4-FFF2-40B4-BE49-F238E27FC236}">
                    <a16:creationId xmlns:a16="http://schemas.microsoft.com/office/drawing/2014/main" id="{85CCADB9-593B-4D18-ACFA-90883F0933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26812" y="4835526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4" name="Oval 2506">
                <a:extLst>
                  <a:ext uri="{FF2B5EF4-FFF2-40B4-BE49-F238E27FC236}">
                    <a16:creationId xmlns:a16="http://schemas.microsoft.com/office/drawing/2014/main" id="{498FCC45-C71A-4421-B9A5-D9A64C00E4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80800" y="4835526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5" name="Oval 2507">
                <a:extLst>
                  <a:ext uri="{FF2B5EF4-FFF2-40B4-BE49-F238E27FC236}">
                    <a16:creationId xmlns:a16="http://schemas.microsoft.com/office/drawing/2014/main" id="{BEBD82AE-8B11-4243-8A2A-E96CC0E8E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7962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6" name="Oval 2508">
                <a:extLst>
                  <a:ext uri="{FF2B5EF4-FFF2-40B4-BE49-F238E27FC236}">
                    <a16:creationId xmlns:a16="http://schemas.microsoft.com/office/drawing/2014/main" id="{8464B06B-F5CD-4FAA-84C3-DA36B0D05F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91950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7" name="Oval 2509">
                <a:extLst>
                  <a:ext uri="{FF2B5EF4-FFF2-40B4-BE49-F238E27FC236}">
                    <a16:creationId xmlns:a16="http://schemas.microsoft.com/office/drawing/2014/main" id="{8E980C7D-3593-4D4E-969E-F6E55C292D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47525" y="4835526"/>
                <a:ext cx="4763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8" name="Oval 2510">
                <a:extLst>
                  <a:ext uri="{FF2B5EF4-FFF2-40B4-BE49-F238E27FC236}">
                    <a16:creationId xmlns:a16="http://schemas.microsoft.com/office/drawing/2014/main" id="{7D55DE24-6FD9-4D95-8DD3-5C7742EAD0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01512" y="4835526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9" name="Oval 2511">
                <a:extLst>
                  <a:ext uri="{FF2B5EF4-FFF2-40B4-BE49-F238E27FC236}">
                    <a16:creationId xmlns:a16="http://schemas.microsoft.com/office/drawing/2014/main" id="{EDAB116F-5571-4404-97E3-B4690A35CB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58675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0" name="Oval 2512">
                <a:extLst>
                  <a:ext uri="{FF2B5EF4-FFF2-40B4-BE49-F238E27FC236}">
                    <a16:creationId xmlns:a16="http://schemas.microsoft.com/office/drawing/2014/main" id="{15FF7578-BD5F-4494-8C05-1907CE79DF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12662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1" name="Oval 2513">
                <a:extLst>
                  <a:ext uri="{FF2B5EF4-FFF2-40B4-BE49-F238E27FC236}">
                    <a16:creationId xmlns:a16="http://schemas.microsoft.com/office/drawing/2014/main" id="{66707576-BB87-4E25-9F74-AD39F274B4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6650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2" name="Oval 2514">
                <a:extLst>
                  <a:ext uri="{FF2B5EF4-FFF2-40B4-BE49-F238E27FC236}">
                    <a16:creationId xmlns:a16="http://schemas.microsoft.com/office/drawing/2014/main" id="{F967CC0A-1001-44C9-A606-C8F3315E33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25400" y="4835526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3" name="Oval 2515">
                <a:extLst>
                  <a:ext uri="{FF2B5EF4-FFF2-40B4-BE49-F238E27FC236}">
                    <a16:creationId xmlns:a16="http://schemas.microsoft.com/office/drawing/2014/main" id="{D8779DC8-0AD9-4E1F-8686-1444CED07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9387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4" name="Oval 2516">
                <a:extLst>
                  <a:ext uri="{FF2B5EF4-FFF2-40B4-BE49-F238E27FC236}">
                    <a16:creationId xmlns:a16="http://schemas.microsoft.com/office/drawing/2014/main" id="{2A0251B6-0ADF-40F9-B007-6B36B4B696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33375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5" name="Oval 2517">
                <a:extLst>
                  <a:ext uri="{FF2B5EF4-FFF2-40B4-BE49-F238E27FC236}">
                    <a16:creationId xmlns:a16="http://schemas.microsoft.com/office/drawing/2014/main" id="{D411C014-3381-4194-895B-72CB5E6EDD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7362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6" name="Freeform 2518">
                <a:extLst>
                  <a:ext uri="{FF2B5EF4-FFF2-40B4-BE49-F238E27FC236}">
                    <a16:creationId xmlns:a16="http://schemas.microsoft.com/office/drawing/2014/main" id="{8723A43D-0D1C-4125-A4BF-9EF523CD00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44525" y="4835526"/>
                <a:ext cx="0" cy="3175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7" name="Freeform 2519">
                <a:extLst>
                  <a:ext uri="{FF2B5EF4-FFF2-40B4-BE49-F238E27FC236}">
                    <a16:creationId xmlns:a16="http://schemas.microsoft.com/office/drawing/2014/main" id="{AE476EA7-CA50-4565-84FA-04995B75BC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00100" y="4835526"/>
                <a:ext cx="1588" cy="3175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1 h 1"/>
                  <a:gd name="T4" fmla="*/ 0 w 1"/>
                  <a:gd name="T5" fmla="*/ 0 h 1"/>
                  <a:gd name="T6" fmla="*/ 0 w 1"/>
                  <a:gd name="T7" fmla="*/ 1 h 1"/>
                  <a:gd name="T8" fmla="*/ 0 w 1"/>
                  <a:gd name="T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8" name="Oval 2520">
                <a:extLst>
                  <a:ext uri="{FF2B5EF4-FFF2-40B4-BE49-F238E27FC236}">
                    <a16:creationId xmlns:a16="http://schemas.microsoft.com/office/drawing/2014/main" id="{70E4D004-640B-442A-A95A-CA70DB93F6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4087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9" name="Freeform 2521">
                <a:extLst>
                  <a:ext uri="{FF2B5EF4-FFF2-40B4-BE49-F238E27FC236}">
                    <a16:creationId xmlns:a16="http://schemas.microsoft.com/office/drawing/2014/main" id="{80935EAB-9576-45A9-BECC-CB2F118529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11250" y="4835526"/>
                <a:ext cx="0" cy="3175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0" name="Freeform 2522">
                <a:extLst>
                  <a:ext uri="{FF2B5EF4-FFF2-40B4-BE49-F238E27FC236}">
                    <a16:creationId xmlns:a16="http://schemas.microsoft.com/office/drawing/2014/main" id="{040F3F5C-9AFC-4A7A-9307-A1D52FC75C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65237" y="4835526"/>
                <a:ext cx="0" cy="3175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1" name="Freeform 2558">
                <a:extLst>
                  <a:ext uri="{FF2B5EF4-FFF2-40B4-BE49-F238E27FC236}">
                    <a16:creationId xmlns:a16="http://schemas.microsoft.com/office/drawing/2014/main" id="{E9322981-4C81-4A75-A58B-82D97B1643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16862" y="499268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2" name="Oval 2559">
                <a:extLst>
                  <a:ext uri="{FF2B5EF4-FFF2-40B4-BE49-F238E27FC236}">
                    <a16:creationId xmlns:a16="http://schemas.microsoft.com/office/drawing/2014/main" id="{30E0EAC1-5CF6-40B2-97C5-D9B6639425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0850" y="4989514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3" name="Oval 2560">
                <a:extLst>
                  <a:ext uri="{FF2B5EF4-FFF2-40B4-BE49-F238E27FC236}">
                    <a16:creationId xmlns:a16="http://schemas.microsoft.com/office/drawing/2014/main" id="{D6AAA08F-B393-455A-8944-32934EC3F5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24837" y="4989514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4" name="Oval 2561">
                <a:extLst>
                  <a:ext uri="{FF2B5EF4-FFF2-40B4-BE49-F238E27FC236}">
                    <a16:creationId xmlns:a16="http://schemas.microsoft.com/office/drawing/2014/main" id="{378062D8-E325-4E23-B070-3794C7F178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78825" y="4989514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5" name="Oval 2562">
                <a:extLst>
                  <a:ext uri="{FF2B5EF4-FFF2-40B4-BE49-F238E27FC236}">
                    <a16:creationId xmlns:a16="http://schemas.microsoft.com/office/drawing/2014/main" id="{CCA933D7-B972-4C17-A825-59DB14949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32812" y="4986339"/>
                <a:ext cx="9525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6" name="Oval 2563">
                <a:extLst>
                  <a:ext uri="{FF2B5EF4-FFF2-40B4-BE49-F238E27FC236}">
                    <a16:creationId xmlns:a16="http://schemas.microsoft.com/office/drawing/2014/main" id="{B15F427F-2D16-4EF4-BAEE-A558889300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88387" y="4986339"/>
                <a:ext cx="7938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7" name="Oval 2564">
                <a:extLst>
                  <a:ext uri="{FF2B5EF4-FFF2-40B4-BE49-F238E27FC236}">
                    <a16:creationId xmlns:a16="http://schemas.microsoft.com/office/drawing/2014/main" id="{651CA627-959B-4E40-A674-182C7D6780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2375" y="4986339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8" name="Oval 2565">
                <a:extLst>
                  <a:ext uri="{FF2B5EF4-FFF2-40B4-BE49-F238E27FC236}">
                    <a16:creationId xmlns:a16="http://schemas.microsoft.com/office/drawing/2014/main" id="{9201B681-C2F4-46FD-B876-B72DDB4360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362" y="4986339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9" name="Oval 2566">
                <a:extLst>
                  <a:ext uri="{FF2B5EF4-FFF2-40B4-BE49-F238E27FC236}">
                    <a16:creationId xmlns:a16="http://schemas.microsoft.com/office/drawing/2014/main" id="{EFE80763-CD3B-41D6-8162-6595926BD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0350" y="4983164"/>
                <a:ext cx="15875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0" name="Oval 2567">
                <a:extLst>
                  <a:ext uri="{FF2B5EF4-FFF2-40B4-BE49-F238E27FC236}">
                    <a16:creationId xmlns:a16="http://schemas.microsoft.com/office/drawing/2014/main" id="{8AB8032B-C55B-403C-9D2F-3BCAD11DA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5925" y="4983164"/>
                <a:ext cx="14288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1" name="Oval 2568">
                <a:extLst>
                  <a:ext uri="{FF2B5EF4-FFF2-40B4-BE49-F238E27FC236}">
                    <a16:creationId xmlns:a16="http://schemas.microsoft.com/office/drawing/2014/main" id="{B70FB4C9-3B03-44FA-9148-E8DD551C1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63087" y="4983164"/>
                <a:ext cx="11113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2" name="Oval 2569">
                <a:extLst>
                  <a:ext uri="{FF2B5EF4-FFF2-40B4-BE49-F238E27FC236}">
                    <a16:creationId xmlns:a16="http://schemas.microsoft.com/office/drawing/2014/main" id="{5C983FF5-44CD-46DE-B75D-741AAD66DC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7075" y="4986339"/>
                <a:ext cx="11113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3" name="Oval 2570">
                <a:extLst>
                  <a:ext uri="{FF2B5EF4-FFF2-40B4-BE49-F238E27FC236}">
                    <a16:creationId xmlns:a16="http://schemas.microsoft.com/office/drawing/2014/main" id="{4112E0E1-F229-4C81-BEE0-141976EB82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71062" y="4986339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4" name="Oval 2571">
                <a:extLst>
                  <a:ext uri="{FF2B5EF4-FFF2-40B4-BE49-F238E27FC236}">
                    <a16:creationId xmlns:a16="http://schemas.microsoft.com/office/drawing/2014/main" id="{E33FB7DF-1D35-426C-AEB4-EF85E6BF0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28225" y="4986339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5" name="Oval 2572">
                <a:extLst>
                  <a:ext uri="{FF2B5EF4-FFF2-40B4-BE49-F238E27FC236}">
                    <a16:creationId xmlns:a16="http://schemas.microsoft.com/office/drawing/2014/main" id="{597E33D6-21EC-492C-8574-4AB87D5466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2212" y="4986339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6" name="Oval 2573">
                <a:extLst>
                  <a:ext uri="{FF2B5EF4-FFF2-40B4-BE49-F238E27FC236}">
                    <a16:creationId xmlns:a16="http://schemas.microsoft.com/office/drawing/2014/main" id="{01FD5059-9FEC-4DDB-8475-F549930DAC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37787" y="4986339"/>
                <a:ext cx="11113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7" name="Oval 2574">
                <a:extLst>
                  <a:ext uri="{FF2B5EF4-FFF2-40B4-BE49-F238E27FC236}">
                    <a16:creationId xmlns:a16="http://schemas.microsoft.com/office/drawing/2014/main" id="{EC8409C5-9469-4E26-A947-409411BF8E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94950" y="4986339"/>
                <a:ext cx="7938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8" name="Oval 2575">
                <a:extLst>
                  <a:ext uri="{FF2B5EF4-FFF2-40B4-BE49-F238E27FC236}">
                    <a16:creationId xmlns:a16="http://schemas.microsoft.com/office/drawing/2014/main" id="{ACBC59DD-13FA-485B-96FC-671A4F6E1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48937" y="4986339"/>
                <a:ext cx="9525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9" name="Oval 2576">
                <a:extLst>
                  <a:ext uri="{FF2B5EF4-FFF2-40B4-BE49-F238E27FC236}">
                    <a16:creationId xmlns:a16="http://schemas.microsoft.com/office/drawing/2014/main" id="{09A72600-A54B-4504-B3DF-8072ECB7A7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06100" y="4986339"/>
                <a:ext cx="6350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0" name="Oval 2577">
                <a:extLst>
                  <a:ext uri="{FF2B5EF4-FFF2-40B4-BE49-F238E27FC236}">
                    <a16:creationId xmlns:a16="http://schemas.microsoft.com/office/drawing/2014/main" id="{E91439B5-2483-49D5-B8F1-62FF637880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60087" y="4989514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1" name="Oval 2578">
                <a:extLst>
                  <a:ext uri="{FF2B5EF4-FFF2-40B4-BE49-F238E27FC236}">
                    <a16:creationId xmlns:a16="http://schemas.microsoft.com/office/drawing/2014/main" id="{EB273F64-4E11-4884-A9DB-CBE237C5BA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15662" y="4989514"/>
                <a:ext cx="4763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2" name="Oval 2579">
                <a:extLst>
                  <a:ext uri="{FF2B5EF4-FFF2-40B4-BE49-F238E27FC236}">
                    <a16:creationId xmlns:a16="http://schemas.microsoft.com/office/drawing/2014/main" id="{06745CF0-CDD0-4DAA-A302-8ED0F1352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2825" y="4989514"/>
                <a:ext cx="4763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3" name="Oval 2580">
                <a:extLst>
                  <a:ext uri="{FF2B5EF4-FFF2-40B4-BE49-F238E27FC236}">
                    <a16:creationId xmlns:a16="http://schemas.microsoft.com/office/drawing/2014/main" id="{CE0C7D0B-7FD3-4D0D-8AD0-7A6D63831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26812" y="4989514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4" name="Oval 2581">
                <a:extLst>
                  <a:ext uri="{FF2B5EF4-FFF2-40B4-BE49-F238E27FC236}">
                    <a16:creationId xmlns:a16="http://schemas.microsoft.com/office/drawing/2014/main" id="{EDC25BD6-7FF1-4132-8668-676D27856C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80800" y="4989514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5" name="Oval 2582">
                <a:extLst>
                  <a:ext uri="{FF2B5EF4-FFF2-40B4-BE49-F238E27FC236}">
                    <a16:creationId xmlns:a16="http://schemas.microsoft.com/office/drawing/2014/main" id="{956D0A1B-D315-46C9-A5AA-7634A6002B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4787" y="4989514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6" name="Oval 2583">
                <a:extLst>
                  <a:ext uri="{FF2B5EF4-FFF2-40B4-BE49-F238E27FC236}">
                    <a16:creationId xmlns:a16="http://schemas.microsoft.com/office/drawing/2014/main" id="{D7A30E1E-2611-4B81-B862-0F66EABF47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91950" y="4989514"/>
                <a:ext cx="3175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7" name="Oval 2584">
                <a:extLst>
                  <a:ext uri="{FF2B5EF4-FFF2-40B4-BE49-F238E27FC236}">
                    <a16:creationId xmlns:a16="http://schemas.microsoft.com/office/drawing/2014/main" id="{98BD1A6F-E881-4995-9BBD-FCD4317B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47525" y="4989514"/>
                <a:ext cx="4763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8" name="Oval 2585">
                <a:extLst>
                  <a:ext uri="{FF2B5EF4-FFF2-40B4-BE49-F238E27FC236}">
                    <a16:creationId xmlns:a16="http://schemas.microsoft.com/office/drawing/2014/main" id="{ADB3294A-499C-42EB-8E19-6249DFD32D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01512" y="4989514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9" name="Oval 2586">
                <a:extLst>
                  <a:ext uri="{FF2B5EF4-FFF2-40B4-BE49-F238E27FC236}">
                    <a16:creationId xmlns:a16="http://schemas.microsoft.com/office/drawing/2014/main" id="{F09F86F7-3B7D-40CD-A6E8-77EB4523A3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58675" y="4989514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70" name="Oval 2587">
                <a:extLst>
                  <a:ext uri="{FF2B5EF4-FFF2-40B4-BE49-F238E27FC236}">
                    <a16:creationId xmlns:a16="http://schemas.microsoft.com/office/drawing/2014/main" id="{21E2E843-7779-4E15-8764-D1869ACDF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12662" y="4989514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71" name="Oval 2588">
                <a:extLst>
                  <a:ext uri="{FF2B5EF4-FFF2-40B4-BE49-F238E27FC236}">
                    <a16:creationId xmlns:a16="http://schemas.microsoft.com/office/drawing/2014/main" id="{DACC90FF-CCCE-42CD-91C4-006DAD7DF2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6650" y="4989514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72" name="Oval 2589">
                <a:extLst>
                  <a:ext uri="{FF2B5EF4-FFF2-40B4-BE49-F238E27FC236}">
                    <a16:creationId xmlns:a16="http://schemas.microsoft.com/office/drawing/2014/main" id="{7FDDAAF9-7040-4463-98E8-0648C09489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22225" y="4989514"/>
                <a:ext cx="4763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73" name="Oval 2590">
                <a:extLst>
                  <a:ext uri="{FF2B5EF4-FFF2-40B4-BE49-F238E27FC236}">
                    <a16:creationId xmlns:a16="http://schemas.microsoft.com/office/drawing/2014/main" id="{DE8DC3DD-B4BD-4CCB-B85C-84766F6B0E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9387" y="4989514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74" name="Oval 2591">
                <a:extLst>
                  <a:ext uri="{FF2B5EF4-FFF2-40B4-BE49-F238E27FC236}">
                    <a16:creationId xmlns:a16="http://schemas.microsoft.com/office/drawing/2014/main" id="{4636E7E0-7D36-49C3-9B01-C741EBAE19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33375" y="4989514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75" name="Oval 2592">
                <a:extLst>
                  <a:ext uri="{FF2B5EF4-FFF2-40B4-BE49-F238E27FC236}">
                    <a16:creationId xmlns:a16="http://schemas.microsoft.com/office/drawing/2014/main" id="{4CD88F98-970E-4528-A976-F85202327A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7362" y="4989514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76" name="Oval 2593">
                <a:extLst>
                  <a:ext uri="{FF2B5EF4-FFF2-40B4-BE49-F238E27FC236}">
                    <a16:creationId xmlns:a16="http://schemas.microsoft.com/office/drawing/2014/main" id="{8C0DCF16-B332-41CF-B336-BF445EA01A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44525" y="4989514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77" name="Oval 2594">
                <a:extLst>
                  <a:ext uri="{FF2B5EF4-FFF2-40B4-BE49-F238E27FC236}">
                    <a16:creationId xmlns:a16="http://schemas.microsoft.com/office/drawing/2014/main" id="{C6466E63-4BCE-44BF-8770-721E9D5762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00100" y="4989514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78" name="Oval 2595">
                <a:extLst>
                  <a:ext uri="{FF2B5EF4-FFF2-40B4-BE49-F238E27FC236}">
                    <a16:creationId xmlns:a16="http://schemas.microsoft.com/office/drawing/2014/main" id="{CAFDC04C-29EE-4A50-BC59-427CC8B993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4087" y="4989514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79" name="Rectangle 2596">
                <a:extLst>
                  <a:ext uri="{FF2B5EF4-FFF2-40B4-BE49-F238E27FC236}">
                    <a16:creationId xmlns:a16="http://schemas.microsoft.com/office/drawing/2014/main" id="{3AD010CD-FC16-4C65-8596-9AEC6662C7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11250" y="4992689"/>
                <a:ext cx="1588" cy="15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80" name="Freeform 2597">
                <a:extLst>
                  <a:ext uri="{FF2B5EF4-FFF2-40B4-BE49-F238E27FC236}">
                    <a16:creationId xmlns:a16="http://schemas.microsoft.com/office/drawing/2014/main" id="{362E1330-7424-4DB6-84EC-3858782EBE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65237" y="499268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81" name="Freeform 2634">
                <a:extLst>
                  <a:ext uri="{FF2B5EF4-FFF2-40B4-BE49-F238E27FC236}">
                    <a16:creationId xmlns:a16="http://schemas.microsoft.com/office/drawing/2014/main" id="{A0A3A63A-A8FE-434B-9E02-4D37C4DA6D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16862" y="514667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82" name="Oval 2635">
                <a:extLst>
                  <a:ext uri="{FF2B5EF4-FFF2-40B4-BE49-F238E27FC236}">
                    <a16:creationId xmlns:a16="http://schemas.microsoft.com/office/drawing/2014/main" id="{17701507-191B-4C11-B706-FCAD05BA94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0850" y="5146676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83" name="Oval 2636">
                <a:extLst>
                  <a:ext uri="{FF2B5EF4-FFF2-40B4-BE49-F238E27FC236}">
                    <a16:creationId xmlns:a16="http://schemas.microsoft.com/office/drawing/2014/main" id="{41BD130F-265A-4BCA-936A-446F15D743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24837" y="5143501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84" name="Oval 2637">
                <a:extLst>
                  <a:ext uri="{FF2B5EF4-FFF2-40B4-BE49-F238E27FC236}">
                    <a16:creationId xmlns:a16="http://schemas.microsoft.com/office/drawing/2014/main" id="{4DB0BF3C-4D54-4EC6-AE5E-D7260CFCF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78825" y="5140326"/>
                <a:ext cx="9525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85" name="Oval 2638">
                <a:extLst>
                  <a:ext uri="{FF2B5EF4-FFF2-40B4-BE49-F238E27FC236}">
                    <a16:creationId xmlns:a16="http://schemas.microsoft.com/office/drawing/2014/main" id="{7E87350B-F13F-4043-91B5-2EA1314532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31225" y="5140326"/>
                <a:ext cx="11113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86" name="Oval 2639">
                <a:extLst>
                  <a:ext uri="{FF2B5EF4-FFF2-40B4-BE49-F238E27FC236}">
                    <a16:creationId xmlns:a16="http://schemas.microsoft.com/office/drawing/2014/main" id="{1B29124A-A798-40D7-A175-A35FAD723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85212" y="5138738"/>
                <a:ext cx="14288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87" name="Oval 2640">
                <a:extLst>
                  <a:ext uri="{FF2B5EF4-FFF2-40B4-BE49-F238E27FC236}">
                    <a16:creationId xmlns:a16="http://schemas.microsoft.com/office/drawing/2014/main" id="{4BB48BAE-130F-431B-9795-15DA04438C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39200" y="5138738"/>
                <a:ext cx="17463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88" name="Oval 2641">
                <a:extLst>
                  <a:ext uri="{FF2B5EF4-FFF2-40B4-BE49-F238E27FC236}">
                    <a16:creationId xmlns:a16="http://schemas.microsoft.com/office/drawing/2014/main" id="{AFE886A5-6114-40DF-803F-7B17BB6234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3187" y="5138738"/>
                <a:ext cx="19050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89" name="Oval 2642">
                <a:extLst>
                  <a:ext uri="{FF2B5EF4-FFF2-40B4-BE49-F238E27FC236}">
                    <a16:creationId xmlns:a16="http://schemas.microsoft.com/office/drawing/2014/main" id="{C04AA37D-4269-4608-B745-06558C32C0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7175" y="5138738"/>
                <a:ext cx="22225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90" name="Oval 2643">
                <a:extLst>
                  <a:ext uri="{FF2B5EF4-FFF2-40B4-BE49-F238E27FC236}">
                    <a16:creationId xmlns:a16="http://schemas.microsoft.com/office/drawing/2014/main" id="{C2BE41B1-C6CD-4AE1-9B7B-525893D9F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2750" y="5138738"/>
                <a:ext cx="20638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91" name="Oval 2644">
                <a:extLst>
                  <a:ext uri="{FF2B5EF4-FFF2-40B4-BE49-F238E27FC236}">
                    <a16:creationId xmlns:a16="http://schemas.microsoft.com/office/drawing/2014/main" id="{06FF1249-2852-4461-A5E7-A195542159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9912" y="5138738"/>
                <a:ext cx="17463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92" name="Oval 2645">
                <a:extLst>
                  <a:ext uri="{FF2B5EF4-FFF2-40B4-BE49-F238E27FC236}">
                    <a16:creationId xmlns:a16="http://schemas.microsoft.com/office/drawing/2014/main" id="{23AEA64F-9FC6-46E6-8468-428D86C5D1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3900" y="5138738"/>
                <a:ext cx="17463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93" name="Oval 2646">
                <a:extLst>
                  <a:ext uri="{FF2B5EF4-FFF2-40B4-BE49-F238E27FC236}">
                    <a16:creationId xmlns:a16="http://schemas.microsoft.com/office/drawing/2014/main" id="{BA32A5BB-DF1F-4672-8878-D03A758DC6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67887" y="5138738"/>
                <a:ext cx="19050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94" name="Oval 2647">
                <a:extLst>
                  <a:ext uri="{FF2B5EF4-FFF2-40B4-BE49-F238E27FC236}">
                    <a16:creationId xmlns:a16="http://schemas.microsoft.com/office/drawing/2014/main" id="{314C7CAB-E5DB-4AFE-A77B-B2D0F92CB4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25050" y="5138738"/>
                <a:ext cx="15875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95" name="Oval 2648">
                <a:extLst>
                  <a:ext uri="{FF2B5EF4-FFF2-40B4-BE49-F238E27FC236}">
                    <a16:creationId xmlns:a16="http://schemas.microsoft.com/office/drawing/2014/main" id="{5C6F1ED4-6EA4-4EE8-8874-D03116965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0625" y="5138738"/>
                <a:ext cx="14288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96" name="Oval 2649">
                <a:extLst>
                  <a:ext uri="{FF2B5EF4-FFF2-40B4-BE49-F238E27FC236}">
                    <a16:creationId xmlns:a16="http://schemas.microsoft.com/office/drawing/2014/main" id="{49474EDE-2D27-430C-8D65-600AC6EC0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37787" y="5140326"/>
                <a:ext cx="11113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97" name="Oval 2650">
                <a:extLst>
                  <a:ext uri="{FF2B5EF4-FFF2-40B4-BE49-F238E27FC236}">
                    <a16:creationId xmlns:a16="http://schemas.microsoft.com/office/drawing/2014/main" id="{15CCE3DA-DE0E-4770-98AD-C7294FAA6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91775" y="5140326"/>
                <a:ext cx="14288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98" name="Oval 2651">
                <a:extLst>
                  <a:ext uri="{FF2B5EF4-FFF2-40B4-BE49-F238E27FC236}">
                    <a16:creationId xmlns:a16="http://schemas.microsoft.com/office/drawing/2014/main" id="{0FB5ECD9-5D64-4B4E-9AF8-508EA8993F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45762" y="5140326"/>
                <a:ext cx="15875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99" name="Oval 2652">
                <a:extLst>
                  <a:ext uri="{FF2B5EF4-FFF2-40B4-BE49-F238E27FC236}">
                    <a16:creationId xmlns:a16="http://schemas.microsoft.com/office/drawing/2014/main" id="{32F8B3DF-5DD9-4380-A8D5-0A5ADCB1F7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02925" y="5140326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00" name="Oval 2653">
                <a:extLst>
                  <a:ext uri="{FF2B5EF4-FFF2-40B4-BE49-F238E27FC236}">
                    <a16:creationId xmlns:a16="http://schemas.microsoft.com/office/drawing/2014/main" id="{0C950707-B586-4437-9F75-9D55394BC7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56912" y="5140326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01" name="Oval 2654">
                <a:extLst>
                  <a:ext uri="{FF2B5EF4-FFF2-40B4-BE49-F238E27FC236}">
                    <a16:creationId xmlns:a16="http://schemas.microsoft.com/office/drawing/2014/main" id="{72F1CA2E-21C7-4E37-8984-45669BC088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15662" y="5140326"/>
                <a:ext cx="7938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02" name="Oval 2655">
                <a:extLst>
                  <a:ext uri="{FF2B5EF4-FFF2-40B4-BE49-F238E27FC236}">
                    <a16:creationId xmlns:a16="http://schemas.microsoft.com/office/drawing/2014/main" id="{E5BEB059-7BE6-48D6-B976-0CF0115A54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69650" y="5140326"/>
                <a:ext cx="7938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03" name="Oval 2656">
                <a:extLst>
                  <a:ext uri="{FF2B5EF4-FFF2-40B4-BE49-F238E27FC236}">
                    <a16:creationId xmlns:a16="http://schemas.microsoft.com/office/drawing/2014/main" id="{6C19FF33-E80D-4EBA-844D-5814075DC7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23637" y="5140326"/>
                <a:ext cx="9525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04" name="Oval 2657">
                <a:extLst>
                  <a:ext uri="{FF2B5EF4-FFF2-40B4-BE49-F238E27FC236}">
                    <a16:creationId xmlns:a16="http://schemas.microsoft.com/office/drawing/2014/main" id="{7F1FC2B1-BF57-4D71-AFC5-3A46008F7C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77625" y="5140326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05" name="Oval 2658">
                <a:extLst>
                  <a:ext uri="{FF2B5EF4-FFF2-40B4-BE49-F238E27FC236}">
                    <a16:creationId xmlns:a16="http://schemas.microsoft.com/office/drawing/2014/main" id="{70265B74-A062-4692-8E1D-8BE3A0289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4787" y="5143501"/>
                <a:ext cx="9525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06" name="Oval 2659">
                <a:extLst>
                  <a:ext uri="{FF2B5EF4-FFF2-40B4-BE49-F238E27FC236}">
                    <a16:creationId xmlns:a16="http://schemas.microsoft.com/office/drawing/2014/main" id="{1E5E1080-6D90-4716-B165-9B520AA247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90362" y="5143501"/>
                <a:ext cx="7938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07" name="Oval 2660">
                <a:extLst>
                  <a:ext uri="{FF2B5EF4-FFF2-40B4-BE49-F238E27FC236}">
                    <a16:creationId xmlns:a16="http://schemas.microsoft.com/office/drawing/2014/main" id="{A56AB087-71BA-4A37-BB04-353DAE7D7B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47525" y="5143501"/>
                <a:ext cx="4763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08" name="Oval 2661">
                <a:extLst>
                  <a:ext uri="{FF2B5EF4-FFF2-40B4-BE49-F238E27FC236}">
                    <a16:creationId xmlns:a16="http://schemas.microsoft.com/office/drawing/2014/main" id="{C112B8B0-B545-4D21-9738-11EBACE85E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01512" y="5143501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09" name="Oval 2662">
                <a:extLst>
                  <a:ext uri="{FF2B5EF4-FFF2-40B4-BE49-F238E27FC236}">
                    <a16:creationId xmlns:a16="http://schemas.microsoft.com/office/drawing/2014/main" id="{2A9DCEFC-4556-420F-A630-CE8BE6036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55500" y="5143501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0" name="Oval 2663">
                <a:extLst>
                  <a:ext uri="{FF2B5EF4-FFF2-40B4-BE49-F238E27FC236}">
                    <a16:creationId xmlns:a16="http://schemas.microsoft.com/office/drawing/2014/main" id="{585AED30-9C48-4EB7-A113-F417766763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12662" y="5143501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1" name="Oval 2664">
                <a:extLst>
                  <a:ext uri="{FF2B5EF4-FFF2-40B4-BE49-F238E27FC236}">
                    <a16:creationId xmlns:a16="http://schemas.microsoft.com/office/drawing/2014/main" id="{61C88AF7-A508-4C56-8B2C-0791F2EA6C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6650" y="5143501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2" name="Oval 2665">
                <a:extLst>
                  <a:ext uri="{FF2B5EF4-FFF2-40B4-BE49-F238E27FC236}">
                    <a16:creationId xmlns:a16="http://schemas.microsoft.com/office/drawing/2014/main" id="{207CA734-A557-446B-B3E2-C30AD4444F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22225" y="5143501"/>
                <a:ext cx="4763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3" name="Oval 2666">
                <a:extLst>
                  <a:ext uri="{FF2B5EF4-FFF2-40B4-BE49-F238E27FC236}">
                    <a16:creationId xmlns:a16="http://schemas.microsoft.com/office/drawing/2014/main" id="{8B761135-7CE6-4E12-9E15-D37F9FC2FA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6212" y="5143501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4" name="Oval 2667">
                <a:extLst>
                  <a:ext uri="{FF2B5EF4-FFF2-40B4-BE49-F238E27FC236}">
                    <a16:creationId xmlns:a16="http://schemas.microsoft.com/office/drawing/2014/main" id="{F03A6679-D0EC-4C86-89C2-BF545404D4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33375" y="5143501"/>
                <a:ext cx="3175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5" name="Oval 2668">
                <a:extLst>
                  <a:ext uri="{FF2B5EF4-FFF2-40B4-BE49-F238E27FC236}">
                    <a16:creationId xmlns:a16="http://schemas.microsoft.com/office/drawing/2014/main" id="{C55A1F56-1257-4E13-AB78-1F40CE2F8F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7362" y="5143501"/>
                <a:ext cx="3175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6" name="Oval 2669">
                <a:extLst>
                  <a:ext uri="{FF2B5EF4-FFF2-40B4-BE49-F238E27FC236}">
                    <a16:creationId xmlns:a16="http://schemas.microsoft.com/office/drawing/2014/main" id="{07A6DCEF-D64D-4F95-A38D-A027ACEE51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41350" y="5143501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7" name="Oval 2670">
                <a:extLst>
                  <a:ext uri="{FF2B5EF4-FFF2-40B4-BE49-F238E27FC236}">
                    <a16:creationId xmlns:a16="http://schemas.microsoft.com/office/drawing/2014/main" id="{B0EB51C5-EEE3-4595-B463-C1C2638BF6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00100" y="5146676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8" name="Oval 2671">
                <a:extLst>
                  <a:ext uri="{FF2B5EF4-FFF2-40B4-BE49-F238E27FC236}">
                    <a16:creationId xmlns:a16="http://schemas.microsoft.com/office/drawing/2014/main" id="{91F54EEF-D1B7-49F4-99F0-D7890B629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4087" y="5146676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9" name="Oval 2672">
                <a:extLst>
                  <a:ext uri="{FF2B5EF4-FFF2-40B4-BE49-F238E27FC236}">
                    <a16:creationId xmlns:a16="http://schemas.microsoft.com/office/drawing/2014/main" id="{B8082928-5E44-4ED5-A662-9246603D00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08075" y="5146676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0" name="Freeform 2673">
                <a:extLst>
                  <a:ext uri="{FF2B5EF4-FFF2-40B4-BE49-F238E27FC236}">
                    <a16:creationId xmlns:a16="http://schemas.microsoft.com/office/drawing/2014/main" id="{B7A87A84-89F5-4AFD-8E1C-AFAEFC375F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65237" y="514667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1" name="Oval 2709">
                <a:extLst>
                  <a:ext uri="{FF2B5EF4-FFF2-40B4-BE49-F238E27FC236}">
                    <a16:creationId xmlns:a16="http://schemas.microsoft.com/office/drawing/2014/main" id="{50163251-5007-4D33-B5CD-5D963657E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16862" y="53022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2" name="Oval 2710">
                <a:extLst>
                  <a:ext uri="{FF2B5EF4-FFF2-40B4-BE49-F238E27FC236}">
                    <a16:creationId xmlns:a16="http://schemas.microsoft.com/office/drawing/2014/main" id="{85C38844-A5EC-44BD-8832-870F1890A2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0850" y="53022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3" name="Oval 2711">
                <a:extLst>
                  <a:ext uri="{FF2B5EF4-FFF2-40B4-BE49-F238E27FC236}">
                    <a16:creationId xmlns:a16="http://schemas.microsoft.com/office/drawing/2014/main" id="{AD66291E-0EB7-4449-B2B7-15C7707A6B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21662" y="5299076"/>
                <a:ext cx="9525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4" name="Oval 2712">
                <a:extLst>
                  <a:ext uri="{FF2B5EF4-FFF2-40B4-BE49-F238E27FC236}">
                    <a16:creationId xmlns:a16="http://schemas.microsoft.com/office/drawing/2014/main" id="{D6D626F0-8FE1-4064-9952-42922752C2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75650" y="5295901"/>
                <a:ext cx="12700" cy="111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5" name="Oval 2713">
                <a:extLst>
                  <a:ext uri="{FF2B5EF4-FFF2-40B4-BE49-F238E27FC236}">
                    <a16:creationId xmlns:a16="http://schemas.microsoft.com/office/drawing/2014/main" id="{0D00B1D2-4C0F-4CFF-993C-AA01A6E90C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28050" y="5292726"/>
                <a:ext cx="17463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6" name="Oval 2714">
                <a:extLst>
                  <a:ext uri="{FF2B5EF4-FFF2-40B4-BE49-F238E27FC236}">
                    <a16:creationId xmlns:a16="http://schemas.microsoft.com/office/drawing/2014/main" id="{B5987F86-832B-45EC-BAF0-196E4D1025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82037" y="5292726"/>
                <a:ext cx="20638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7" name="Oval 2715">
                <a:extLst>
                  <a:ext uri="{FF2B5EF4-FFF2-40B4-BE49-F238E27FC236}">
                    <a16:creationId xmlns:a16="http://schemas.microsoft.com/office/drawing/2014/main" id="{6916AEF9-A85D-411A-84BB-DED2F64DF2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36025" y="5289551"/>
                <a:ext cx="23813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8" name="Oval 2716">
                <a:extLst>
                  <a:ext uri="{FF2B5EF4-FFF2-40B4-BE49-F238E27FC236}">
                    <a16:creationId xmlns:a16="http://schemas.microsoft.com/office/drawing/2014/main" id="{80DEC7F4-DB29-4BA2-B2B3-112D21500F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86837" y="5289551"/>
                <a:ext cx="30163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9" name="Oval 2717">
                <a:extLst>
                  <a:ext uri="{FF2B5EF4-FFF2-40B4-BE49-F238E27FC236}">
                    <a16:creationId xmlns:a16="http://schemas.microsoft.com/office/drawing/2014/main" id="{CAE8AD60-4EF9-4216-BD6A-AD3F3EF0B0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2412" y="5286376"/>
                <a:ext cx="30163" cy="301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0" name="Oval 2718">
                <a:extLst>
                  <a:ext uri="{FF2B5EF4-FFF2-40B4-BE49-F238E27FC236}">
                    <a16:creationId xmlns:a16="http://schemas.microsoft.com/office/drawing/2014/main" id="{99B10A91-780E-4BA3-BD98-CEEDC7E1C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9575" y="5286376"/>
                <a:ext cx="26988" cy="301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1" name="Oval 2719">
                <a:extLst>
                  <a:ext uri="{FF2B5EF4-FFF2-40B4-BE49-F238E27FC236}">
                    <a16:creationId xmlns:a16="http://schemas.microsoft.com/office/drawing/2014/main" id="{101D5561-0E50-4DF5-93EE-C390A964C3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3562" y="5289551"/>
                <a:ext cx="30163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2" name="Oval 2720">
                <a:extLst>
                  <a:ext uri="{FF2B5EF4-FFF2-40B4-BE49-F238E27FC236}">
                    <a16:creationId xmlns:a16="http://schemas.microsoft.com/office/drawing/2014/main" id="{E1075601-E59C-47C7-9CCE-68107EB194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0725" y="5289551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3" name="Oval 2721">
                <a:extLst>
                  <a:ext uri="{FF2B5EF4-FFF2-40B4-BE49-F238E27FC236}">
                    <a16:creationId xmlns:a16="http://schemas.microsoft.com/office/drawing/2014/main" id="{56342202-D849-474A-98D8-2CCE8E027D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64712" y="5289551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4" name="Oval 2722">
                <a:extLst>
                  <a:ext uri="{FF2B5EF4-FFF2-40B4-BE49-F238E27FC236}">
                    <a16:creationId xmlns:a16="http://schemas.microsoft.com/office/drawing/2014/main" id="{2E94816F-B879-4B89-863E-79D6DCB108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21875" y="5289551"/>
                <a:ext cx="25400" cy="238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5" name="Oval 2723">
                <a:extLst>
                  <a:ext uri="{FF2B5EF4-FFF2-40B4-BE49-F238E27FC236}">
                    <a16:creationId xmlns:a16="http://schemas.microsoft.com/office/drawing/2014/main" id="{6575A880-8697-436D-A1DA-5070E75431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77450" y="5292726"/>
                <a:ext cx="23813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6" name="Oval 2724">
                <a:extLst>
                  <a:ext uri="{FF2B5EF4-FFF2-40B4-BE49-F238E27FC236}">
                    <a16:creationId xmlns:a16="http://schemas.microsoft.com/office/drawing/2014/main" id="{87FBABF1-D946-444B-9375-4A179DD01F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34612" y="5292726"/>
                <a:ext cx="17463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7" name="Oval 2725">
                <a:extLst>
                  <a:ext uri="{FF2B5EF4-FFF2-40B4-BE49-F238E27FC236}">
                    <a16:creationId xmlns:a16="http://schemas.microsoft.com/office/drawing/2014/main" id="{58B7C9CE-379F-4996-B763-7ACCA75116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88600" y="5292726"/>
                <a:ext cx="17463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8" name="Oval 2726">
                <a:extLst>
                  <a:ext uri="{FF2B5EF4-FFF2-40B4-BE49-F238E27FC236}">
                    <a16:creationId xmlns:a16="http://schemas.microsoft.com/office/drawing/2014/main" id="{7B1B737D-3B86-4E59-96E2-C42ADCFED3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45762" y="5292726"/>
                <a:ext cx="19050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9" name="Oval 2727">
                <a:extLst>
                  <a:ext uri="{FF2B5EF4-FFF2-40B4-BE49-F238E27FC236}">
                    <a16:creationId xmlns:a16="http://schemas.microsoft.com/office/drawing/2014/main" id="{93D6052E-7401-4843-A304-E7FC902B2C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9750" y="5292726"/>
                <a:ext cx="19050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0" name="Oval 2728">
                <a:extLst>
                  <a:ext uri="{FF2B5EF4-FFF2-40B4-BE49-F238E27FC236}">
                    <a16:creationId xmlns:a16="http://schemas.microsoft.com/office/drawing/2014/main" id="{2FC29A95-D777-4E09-86F8-8CEE92094C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55325" y="5295901"/>
                <a:ext cx="17463" cy="142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1" name="Oval 2729">
                <a:extLst>
                  <a:ext uri="{FF2B5EF4-FFF2-40B4-BE49-F238E27FC236}">
                    <a16:creationId xmlns:a16="http://schemas.microsoft.com/office/drawing/2014/main" id="{31D02624-EC14-46C2-A815-5198C3B352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12487" y="5295901"/>
                <a:ext cx="14288" cy="142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2" name="Oval 2730">
                <a:extLst>
                  <a:ext uri="{FF2B5EF4-FFF2-40B4-BE49-F238E27FC236}">
                    <a16:creationId xmlns:a16="http://schemas.microsoft.com/office/drawing/2014/main" id="{1BD75801-F7A1-4F13-9067-30CF4DDA60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66475" y="5295901"/>
                <a:ext cx="14288" cy="142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3" name="Oval 2731">
                <a:extLst>
                  <a:ext uri="{FF2B5EF4-FFF2-40B4-BE49-F238E27FC236}">
                    <a16:creationId xmlns:a16="http://schemas.microsoft.com/office/drawing/2014/main" id="{9B897DD5-50BB-4CF3-921D-E9F9475178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23637" y="5295901"/>
                <a:ext cx="12700" cy="142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4" name="Oval 2732">
                <a:extLst>
                  <a:ext uri="{FF2B5EF4-FFF2-40B4-BE49-F238E27FC236}">
                    <a16:creationId xmlns:a16="http://schemas.microsoft.com/office/drawing/2014/main" id="{53AF0323-42C2-4663-8899-77E06956B1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77625" y="5295901"/>
                <a:ext cx="12700" cy="111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5" name="Oval 2733">
                <a:extLst>
                  <a:ext uri="{FF2B5EF4-FFF2-40B4-BE49-F238E27FC236}">
                    <a16:creationId xmlns:a16="http://schemas.microsoft.com/office/drawing/2014/main" id="{F7F24AAC-5491-4AB3-95BA-F6CBDA13F8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1612" y="5295901"/>
                <a:ext cx="12700" cy="111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6" name="Oval 2734">
                <a:extLst>
                  <a:ext uri="{FF2B5EF4-FFF2-40B4-BE49-F238E27FC236}">
                    <a16:creationId xmlns:a16="http://schemas.microsoft.com/office/drawing/2014/main" id="{166C9551-3097-482F-AEAD-F765EA6328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90362" y="5295901"/>
                <a:ext cx="7938" cy="111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7" name="Oval 2735">
                <a:extLst>
                  <a:ext uri="{FF2B5EF4-FFF2-40B4-BE49-F238E27FC236}">
                    <a16:creationId xmlns:a16="http://schemas.microsoft.com/office/drawing/2014/main" id="{6358D4AD-451D-4880-8FBD-34A1B4BDE8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44350" y="5295901"/>
                <a:ext cx="11113" cy="111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8" name="Oval 2736">
                <a:extLst>
                  <a:ext uri="{FF2B5EF4-FFF2-40B4-BE49-F238E27FC236}">
                    <a16:creationId xmlns:a16="http://schemas.microsoft.com/office/drawing/2014/main" id="{60CD23EF-0EA5-426A-B749-DF933CFDE4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98337" y="5299076"/>
                <a:ext cx="12700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9" name="Oval 2737">
                <a:extLst>
                  <a:ext uri="{FF2B5EF4-FFF2-40B4-BE49-F238E27FC236}">
                    <a16:creationId xmlns:a16="http://schemas.microsoft.com/office/drawing/2014/main" id="{14387312-0665-49CC-BD72-A0FDA4E1C8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55500" y="5299076"/>
                <a:ext cx="9525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0" name="Oval 2738">
                <a:extLst>
                  <a:ext uri="{FF2B5EF4-FFF2-40B4-BE49-F238E27FC236}">
                    <a16:creationId xmlns:a16="http://schemas.microsoft.com/office/drawing/2014/main" id="{7504E673-F607-4372-A581-E73DB2CCFD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09487" y="5299076"/>
                <a:ext cx="9525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1" name="Oval 2739">
                <a:extLst>
                  <a:ext uri="{FF2B5EF4-FFF2-40B4-BE49-F238E27FC236}">
                    <a16:creationId xmlns:a16="http://schemas.microsoft.com/office/drawing/2014/main" id="{550EBBC0-6AD8-4195-9162-AC813405CD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5062" y="5299076"/>
                <a:ext cx="7938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2" name="Oval 2740">
                <a:extLst>
                  <a:ext uri="{FF2B5EF4-FFF2-40B4-BE49-F238E27FC236}">
                    <a16:creationId xmlns:a16="http://schemas.microsoft.com/office/drawing/2014/main" id="{D86F68FB-42C2-4A7C-9CBA-799BAD71A2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22225" y="5299076"/>
                <a:ext cx="4763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3" name="Oval 2741">
                <a:extLst>
                  <a:ext uri="{FF2B5EF4-FFF2-40B4-BE49-F238E27FC236}">
                    <a16:creationId xmlns:a16="http://schemas.microsoft.com/office/drawing/2014/main" id="{E0F5DC8C-8C31-4062-A971-B75F5E9C3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6212" y="5299076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4" name="Oval 2742">
                <a:extLst>
                  <a:ext uri="{FF2B5EF4-FFF2-40B4-BE49-F238E27FC236}">
                    <a16:creationId xmlns:a16="http://schemas.microsoft.com/office/drawing/2014/main" id="{4371134C-880A-4E22-8BAC-126C193714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33375" y="5299076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5" name="Oval 2743">
                <a:extLst>
                  <a:ext uri="{FF2B5EF4-FFF2-40B4-BE49-F238E27FC236}">
                    <a16:creationId xmlns:a16="http://schemas.microsoft.com/office/drawing/2014/main" id="{76F071A9-B52B-47C3-B0E9-C6E5A92ADC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7362" y="5299076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6" name="Oval 2744">
                <a:extLst>
                  <a:ext uri="{FF2B5EF4-FFF2-40B4-BE49-F238E27FC236}">
                    <a16:creationId xmlns:a16="http://schemas.microsoft.com/office/drawing/2014/main" id="{D86FACBC-6972-4B71-9F71-5F8B34F7AB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41350" y="5302251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7" name="Oval 2745">
                <a:extLst>
                  <a:ext uri="{FF2B5EF4-FFF2-40B4-BE49-F238E27FC236}">
                    <a16:creationId xmlns:a16="http://schemas.microsoft.com/office/drawing/2014/main" id="{18491E3B-A82F-4402-AAFB-BEA15860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00100" y="53022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8" name="Oval 2746">
                <a:extLst>
                  <a:ext uri="{FF2B5EF4-FFF2-40B4-BE49-F238E27FC236}">
                    <a16:creationId xmlns:a16="http://schemas.microsoft.com/office/drawing/2014/main" id="{05DE5249-F1D9-413E-8777-AA580B5EDD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4087" y="53022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9" name="Oval 2747">
                <a:extLst>
                  <a:ext uri="{FF2B5EF4-FFF2-40B4-BE49-F238E27FC236}">
                    <a16:creationId xmlns:a16="http://schemas.microsoft.com/office/drawing/2014/main" id="{13AF9E4C-1A9B-4534-966D-B29C076997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08075" y="53022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0" name="Freeform 2748">
                <a:extLst>
                  <a:ext uri="{FF2B5EF4-FFF2-40B4-BE49-F238E27FC236}">
                    <a16:creationId xmlns:a16="http://schemas.microsoft.com/office/drawing/2014/main" id="{CA813259-3E1C-461B-A7DB-28BEAB3379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65237" y="530225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1" name="Oval 2784">
                <a:extLst>
                  <a:ext uri="{FF2B5EF4-FFF2-40B4-BE49-F238E27FC236}">
                    <a16:creationId xmlns:a16="http://schemas.microsoft.com/office/drawing/2014/main" id="{5FBA1F95-FC50-4299-A6F3-BF882CC583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16862" y="5456238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2" name="Oval 2785">
                <a:extLst>
                  <a:ext uri="{FF2B5EF4-FFF2-40B4-BE49-F238E27FC236}">
                    <a16:creationId xmlns:a16="http://schemas.microsoft.com/office/drawing/2014/main" id="{DC091C86-4C6B-4DBE-874E-D36FC1B960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0850" y="5456238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3" name="Oval 2786">
                <a:extLst>
                  <a:ext uri="{FF2B5EF4-FFF2-40B4-BE49-F238E27FC236}">
                    <a16:creationId xmlns:a16="http://schemas.microsoft.com/office/drawing/2014/main" id="{5AE9DAF0-3823-4702-811C-96E37742BA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21662" y="5453063"/>
                <a:ext cx="12700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4" name="Oval 2787">
                <a:extLst>
                  <a:ext uri="{FF2B5EF4-FFF2-40B4-BE49-F238E27FC236}">
                    <a16:creationId xmlns:a16="http://schemas.microsoft.com/office/drawing/2014/main" id="{F0C19CF9-5B3B-46AA-A3B2-BCFDF1E08E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72475" y="5449888"/>
                <a:ext cx="19050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5" name="Oval 2788">
                <a:extLst>
                  <a:ext uri="{FF2B5EF4-FFF2-40B4-BE49-F238E27FC236}">
                    <a16:creationId xmlns:a16="http://schemas.microsoft.com/office/drawing/2014/main" id="{9D9DDE13-1954-4975-A347-E0AED8A098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24875" y="5446713"/>
                <a:ext cx="23813" cy="22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6" name="Oval 2789">
                <a:extLst>
                  <a:ext uri="{FF2B5EF4-FFF2-40B4-BE49-F238E27FC236}">
                    <a16:creationId xmlns:a16="http://schemas.microsoft.com/office/drawing/2014/main" id="{F5D5C297-9140-4DC8-A9B7-5D9B55AE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78862" y="5443538"/>
                <a:ext cx="30163" cy="285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7" name="Oval 2790">
                <a:extLst>
                  <a:ext uri="{FF2B5EF4-FFF2-40B4-BE49-F238E27FC236}">
                    <a16:creationId xmlns:a16="http://schemas.microsoft.com/office/drawing/2014/main" id="{AAA8C145-EB79-4128-8B75-A151876F58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29675" y="5440363"/>
                <a:ext cx="36513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8" name="Oval 2791">
                <a:extLst>
                  <a:ext uri="{FF2B5EF4-FFF2-40B4-BE49-F238E27FC236}">
                    <a16:creationId xmlns:a16="http://schemas.microsoft.com/office/drawing/2014/main" id="{4A535DC0-B21D-4874-A293-6AAFEAFA97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83662" y="5438776"/>
                <a:ext cx="36513" cy="381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9" name="Oval 2792">
                <a:extLst>
                  <a:ext uri="{FF2B5EF4-FFF2-40B4-BE49-F238E27FC236}">
                    <a16:creationId xmlns:a16="http://schemas.microsoft.com/office/drawing/2014/main" id="{49CDC79B-9032-42C9-92F0-1166CF126B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39237" y="5438776"/>
                <a:ext cx="38100" cy="381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0" name="Oval 2793">
                <a:extLst>
                  <a:ext uri="{FF2B5EF4-FFF2-40B4-BE49-F238E27FC236}">
                    <a16:creationId xmlns:a16="http://schemas.microsoft.com/office/drawing/2014/main" id="{5AEE8A92-ACA5-4269-80DD-838BF6C8D1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3225" y="5438776"/>
                <a:ext cx="39688" cy="381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1" name="Oval 2794">
                <a:extLst>
                  <a:ext uri="{FF2B5EF4-FFF2-40B4-BE49-F238E27FC236}">
                    <a16:creationId xmlns:a16="http://schemas.microsoft.com/office/drawing/2014/main" id="{45BED88D-A468-4C50-A1CA-73EE2537E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0387" y="5438776"/>
                <a:ext cx="36513" cy="381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2" name="Oval 2795">
                <a:extLst>
                  <a:ext uri="{FF2B5EF4-FFF2-40B4-BE49-F238E27FC236}">
                    <a16:creationId xmlns:a16="http://schemas.microsoft.com/office/drawing/2014/main" id="{8D7F3301-74CA-460B-AF23-5D9BE1BD78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04375" y="5440363"/>
                <a:ext cx="36513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3" name="Oval 2796">
                <a:extLst>
                  <a:ext uri="{FF2B5EF4-FFF2-40B4-BE49-F238E27FC236}">
                    <a16:creationId xmlns:a16="http://schemas.microsoft.com/office/drawing/2014/main" id="{92CF73D1-B0B7-4A01-8181-9A28FC4B4B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61537" y="5440363"/>
                <a:ext cx="33338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4" name="Oval 2797">
                <a:extLst>
                  <a:ext uri="{FF2B5EF4-FFF2-40B4-BE49-F238E27FC236}">
                    <a16:creationId xmlns:a16="http://schemas.microsoft.com/office/drawing/2014/main" id="{E05337C7-D253-41F4-8D21-D44C4F041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17112" y="5440363"/>
                <a:ext cx="33338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5" name="Oval 2798">
                <a:extLst>
                  <a:ext uri="{FF2B5EF4-FFF2-40B4-BE49-F238E27FC236}">
                    <a16:creationId xmlns:a16="http://schemas.microsoft.com/office/drawing/2014/main" id="{3C7D0216-5E4A-4394-AA4B-9403C473AD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74275" y="5443538"/>
                <a:ext cx="30163" cy="285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6" name="Oval 2799">
                <a:extLst>
                  <a:ext uri="{FF2B5EF4-FFF2-40B4-BE49-F238E27FC236}">
                    <a16:creationId xmlns:a16="http://schemas.microsoft.com/office/drawing/2014/main" id="{D41FF24B-CE0D-4454-94D8-01C5507774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31437" y="5443538"/>
                <a:ext cx="23813" cy="285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7" name="Oval 2800">
                <a:extLst>
                  <a:ext uri="{FF2B5EF4-FFF2-40B4-BE49-F238E27FC236}">
                    <a16:creationId xmlns:a16="http://schemas.microsoft.com/office/drawing/2014/main" id="{ABFF950B-F533-4D19-B7D3-E03B17EEF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85425" y="5443538"/>
                <a:ext cx="23813" cy="285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8" name="Oval 2801">
                <a:extLst>
                  <a:ext uri="{FF2B5EF4-FFF2-40B4-BE49-F238E27FC236}">
                    <a16:creationId xmlns:a16="http://schemas.microsoft.com/office/drawing/2014/main" id="{AE222191-A258-4D01-A7FA-CB07CDE76C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42587" y="5446713"/>
                <a:ext cx="23813" cy="22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9" name="Oval 2802">
                <a:extLst>
                  <a:ext uri="{FF2B5EF4-FFF2-40B4-BE49-F238E27FC236}">
                    <a16:creationId xmlns:a16="http://schemas.microsoft.com/office/drawing/2014/main" id="{32D0561E-76CC-493E-97D2-09065BA700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6575" y="5446713"/>
                <a:ext cx="25400" cy="22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80" name="Oval 2803">
                <a:extLst>
                  <a:ext uri="{FF2B5EF4-FFF2-40B4-BE49-F238E27FC236}">
                    <a16:creationId xmlns:a16="http://schemas.microsoft.com/office/drawing/2014/main" id="{A27EE2A3-6EBA-4506-969C-46E7F28474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55325" y="5446713"/>
                <a:ext cx="17463" cy="22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81" name="Oval 2804">
                <a:extLst>
                  <a:ext uri="{FF2B5EF4-FFF2-40B4-BE49-F238E27FC236}">
                    <a16:creationId xmlns:a16="http://schemas.microsoft.com/office/drawing/2014/main" id="{9DF1530E-08C9-4B67-AD9C-F8EA7D7754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09312" y="5446713"/>
                <a:ext cx="17463" cy="22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82" name="Oval 2805">
                <a:extLst>
                  <a:ext uri="{FF2B5EF4-FFF2-40B4-BE49-F238E27FC236}">
                    <a16:creationId xmlns:a16="http://schemas.microsoft.com/office/drawing/2014/main" id="{2E21C83F-309F-4504-9D2C-ADFBB84040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66475" y="5449888"/>
                <a:ext cx="17463" cy="190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83" name="Oval 2806">
                <a:extLst>
                  <a:ext uri="{FF2B5EF4-FFF2-40B4-BE49-F238E27FC236}">
                    <a16:creationId xmlns:a16="http://schemas.microsoft.com/office/drawing/2014/main" id="{289B5073-050B-4A2C-B9E0-564BBEF230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20462" y="5449888"/>
                <a:ext cx="19050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84" name="Oval 2807">
                <a:extLst>
                  <a:ext uri="{FF2B5EF4-FFF2-40B4-BE49-F238E27FC236}">
                    <a16:creationId xmlns:a16="http://schemas.microsoft.com/office/drawing/2014/main" id="{BF7BB754-1CD8-4192-985B-A1E1D26663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74450" y="5449888"/>
                <a:ext cx="19050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85" name="Oval 2808">
                <a:extLst>
                  <a:ext uri="{FF2B5EF4-FFF2-40B4-BE49-F238E27FC236}">
                    <a16:creationId xmlns:a16="http://schemas.microsoft.com/office/drawing/2014/main" id="{B95093A8-F021-4129-AD61-7C36FD9CD9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1612" y="5449888"/>
                <a:ext cx="15875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86" name="Oval 2809">
                <a:extLst>
                  <a:ext uri="{FF2B5EF4-FFF2-40B4-BE49-F238E27FC236}">
                    <a16:creationId xmlns:a16="http://schemas.microsoft.com/office/drawing/2014/main" id="{054E31A7-CC42-41A9-9443-C786C8459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87187" y="5449888"/>
                <a:ext cx="14288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87" name="Oval 2810">
                <a:extLst>
                  <a:ext uri="{FF2B5EF4-FFF2-40B4-BE49-F238E27FC236}">
                    <a16:creationId xmlns:a16="http://schemas.microsoft.com/office/drawing/2014/main" id="{B5182F33-44A4-4716-9F3A-25C5589884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44350" y="5449888"/>
                <a:ext cx="11113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88" name="Oval 2811">
                <a:extLst>
                  <a:ext uri="{FF2B5EF4-FFF2-40B4-BE49-F238E27FC236}">
                    <a16:creationId xmlns:a16="http://schemas.microsoft.com/office/drawing/2014/main" id="{F2BACC72-DF1C-4ACA-84A7-9784835D3C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98337" y="5449888"/>
                <a:ext cx="12700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89" name="Oval 2812">
                <a:extLst>
                  <a:ext uri="{FF2B5EF4-FFF2-40B4-BE49-F238E27FC236}">
                    <a16:creationId xmlns:a16="http://schemas.microsoft.com/office/drawing/2014/main" id="{6B8E76AB-5C96-427F-8F17-39DDDA891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52325" y="5449888"/>
                <a:ext cx="12700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90" name="Oval 2813">
                <a:extLst>
                  <a:ext uri="{FF2B5EF4-FFF2-40B4-BE49-F238E27FC236}">
                    <a16:creationId xmlns:a16="http://schemas.microsoft.com/office/drawing/2014/main" id="{A18F2436-EE18-4076-A186-CECB36326C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09487" y="5453063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91" name="Oval 2814">
                <a:extLst>
                  <a:ext uri="{FF2B5EF4-FFF2-40B4-BE49-F238E27FC236}">
                    <a16:creationId xmlns:a16="http://schemas.microsoft.com/office/drawing/2014/main" id="{2DCF7271-9FE1-449E-9797-EEF23606C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5062" y="5453063"/>
                <a:ext cx="7938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92" name="Oval 2815">
                <a:extLst>
                  <a:ext uri="{FF2B5EF4-FFF2-40B4-BE49-F238E27FC236}">
                    <a16:creationId xmlns:a16="http://schemas.microsoft.com/office/drawing/2014/main" id="{88CC49E4-E543-42E3-BDA4-51C03119D8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19050" y="5453063"/>
                <a:ext cx="11113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93" name="Oval 2816">
                <a:extLst>
                  <a:ext uri="{FF2B5EF4-FFF2-40B4-BE49-F238E27FC236}">
                    <a16:creationId xmlns:a16="http://schemas.microsoft.com/office/drawing/2014/main" id="{A5433B3C-2CBC-42AF-8A56-0AF39FC5B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6212" y="5453063"/>
                <a:ext cx="9525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94" name="Oval 2817">
                <a:extLst>
                  <a:ext uri="{FF2B5EF4-FFF2-40B4-BE49-F238E27FC236}">
                    <a16:creationId xmlns:a16="http://schemas.microsoft.com/office/drawing/2014/main" id="{424EB99C-3E35-432F-9ED6-7EC623F274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30200" y="5453063"/>
                <a:ext cx="9525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7FB2BCF4-256E-4351-8E9E-5E37F64F5C13}"/>
                </a:ext>
              </a:extLst>
            </p:cNvPr>
            <p:cNvGrpSpPr/>
            <p:nvPr/>
          </p:nvGrpSpPr>
          <p:grpSpPr>
            <a:xfrm>
              <a:off x="-193993" y="6471508"/>
              <a:ext cx="6049963" cy="387350"/>
              <a:chOff x="7761287" y="5889626"/>
              <a:chExt cx="6049963" cy="387350"/>
            </a:xfrm>
            <a:solidFill>
              <a:srgbClr val="055686"/>
            </a:solidFill>
          </p:grpSpPr>
          <p:sp>
            <p:nvSpPr>
              <p:cNvPr id="13" name="Oval 3020">
                <a:extLst>
                  <a:ext uri="{FF2B5EF4-FFF2-40B4-BE49-F238E27FC236}">
                    <a16:creationId xmlns:a16="http://schemas.microsoft.com/office/drawing/2014/main" id="{CC0738DF-C072-4DC1-870A-344E321C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6537" y="5889626"/>
                <a:ext cx="63500" cy="666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4" name="Oval 3021">
                <a:extLst>
                  <a:ext uri="{FF2B5EF4-FFF2-40B4-BE49-F238E27FC236}">
                    <a16:creationId xmlns:a16="http://schemas.microsoft.com/office/drawing/2014/main" id="{27D32EB7-2A21-4910-B993-E2F91C30FE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80525" y="5892801"/>
                <a:ext cx="63500" cy="635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5" name="Oval 3022">
                <a:extLst>
                  <a:ext uri="{FF2B5EF4-FFF2-40B4-BE49-F238E27FC236}">
                    <a16:creationId xmlns:a16="http://schemas.microsoft.com/office/drawing/2014/main" id="{0C840F4C-5382-4DC2-BC2E-18238DEEF6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37687" y="5892801"/>
                <a:ext cx="61913" cy="603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6" name="Oval 3023">
                <a:extLst>
                  <a:ext uri="{FF2B5EF4-FFF2-40B4-BE49-F238E27FC236}">
                    <a16:creationId xmlns:a16="http://schemas.microsoft.com/office/drawing/2014/main" id="{64745AD1-6A31-4D89-9FD0-51659A225B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93262" y="5895976"/>
                <a:ext cx="60325" cy="571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" name="Oval 3024">
                <a:extLst>
                  <a:ext uri="{FF2B5EF4-FFF2-40B4-BE49-F238E27FC236}">
                    <a16:creationId xmlns:a16="http://schemas.microsoft.com/office/drawing/2014/main" id="{7F09DF44-6B73-497B-BBD5-751035D66F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50425" y="5895976"/>
                <a:ext cx="53975" cy="539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8" name="Oval 3025">
                <a:extLst>
                  <a:ext uri="{FF2B5EF4-FFF2-40B4-BE49-F238E27FC236}">
                    <a16:creationId xmlns:a16="http://schemas.microsoft.com/office/drawing/2014/main" id="{045868A4-240D-4E89-A388-73F58E016A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7587" y="5899151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9" name="Oval 3026">
                <a:extLst>
                  <a:ext uri="{FF2B5EF4-FFF2-40B4-BE49-F238E27FC236}">
                    <a16:creationId xmlns:a16="http://schemas.microsoft.com/office/drawing/2014/main" id="{F82CAA1B-52F3-45B4-967C-9B4D3C0178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4750" y="5899151"/>
                <a:ext cx="47625" cy="476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0" name="Oval 3027">
                <a:extLst>
                  <a:ext uri="{FF2B5EF4-FFF2-40B4-BE49-F238E27FC236}">
                    <a16:creationId xmlns:a16="http://schemas.microsoft.com/office/drawing/2014/main" id="{7772A34B-3F42-41A2-8EDC-50694783CC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21912" y="5902326"/>
                <a:ext cx="46038" cy="444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1" name="Oval 3028">
                <a:extLst>
                  <a:ext uri="{FF2B5EF4-FFF2-40B4-BE49-F238E27FC236}">
                    <a16:creationId xmlns:a16="http://schemas.microsoft.com/office/drawing/2014/main" id="{BD810397-867B-4632-B730-AFDF1359D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75900" y="5902326"/>
                <a:ext cx="42863" cy="412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" name="Oval 3029">
                <a:extLst>
                  <a:ext uri="{FF2B5EF4-FFF2-40B4-BE49-F238E27FC236}">
                    <a16:creationId xmlns:a16="http://schemas.microsoft.com/office/drawing/2014/main" id="{97A91C9E-EEBD-4ED6-8B71-68BFD18ADB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33062" y="5903913"/>
                <a:ext cx="39688" cy="396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" name="Oval 3030">
                <a:extLst>
                  <a:ext uri="{FF2B5EF4-FFF2-40B4-BE49-F238E27FC236}">
                    <a16:creationId xmlns:a16="http://schemas.microsoft.com/office/drawing/2014/main" id="{0CDA81DD-1217-4AB3-A4A6-E7F2B0CC82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88637" y="5903913"/>
                <a:ext cx="38100" cy="396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" name="Oval 3031">
                <a:extLst>
                  <a:ext uri="{FF2B5EF4-FFF2-40B4-BE49-F238E27FC236}">
                    <a16:creationId xmlns:a16="http://schemas.microsoft.com/office/drawing/2014/main" id="{B1282D0B-D2C3-479C-AF1D-740C82315B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45800" y="5903913"/>
                <a:ext cx="36513" cy="365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" name="Oval 3032">
                <a:extLst>
                  <a:ext uri="{FF2B5EF4-FFF2-40B4-BE49-F238E27FC236}">
                    <a16:creationId xmlns:a16="http://schemas.microsoft.com/office/drawing/2014/main" id="{39E1E169-0132-4FDB-BDA1-7E563C7C44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02962" y="5907088"/>
                <a:ext cx="33338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" name="Oval 3033">
                <a:extLst>
                  <a:ext uri="{FF2B5EF4-FFF2-40B4-BE49-F238E27FC236}">
                    <a16:creationId xmlns:a16="http://schemas.microsoft.com/office/drawing/2014/main" id="{3F73C459-75FA-4BE1-B18A-8B01619A9C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56950" y="5907088"/>
                <a:ext cx="33338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7" name="Oval 3034">
                <a:extLst>
                  <a:ext uri="{FF2B5EF4-FFF2-40B4-BE49-F238E27FC236}">
                    <a16:creationId xmlns:a16="http://schemas.microsoft.com/office/drawing/2014/main" id="{172F7C4B-8F36-4D9B-AA1A-2F73BED375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14112" y="5907088"/>
                <a:ext cx="30163" cy="301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8" name="Oval 3035">
                <a:extLst>
                  <a:ext uri="{FF2B5EF4-FFF2-40B4-BE49-F238E27FC236}">
                    <a16:creationId xmlns:a16="http://schemas.microsoft.com/office/drawing/2014/main" id="{9B38925A-3D5E-42EE-B01C-D7BC986AE3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68100" y="5907088"/>
                <a:ext cx="31750" cy="301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9" name="Oval 3036">
                <a:extLst>
                  <a:ext uri="{FF2B5EF4-FFF2-40B4-BE49-F238E27FC236}">
                    <a16:creationId xmlns:a16="http://schemas.microsoft.com/office/drawing/2014/main" id="{03BA8A2B-5C22-41D2-A873-A82F96C807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26850" y="5910263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0" name="Oval 3037">
                <a:extLst>
                  <a:ext uri="{FF2B5EF4-FFF2-40B4-BE49-F238E27FC236}">
                    <a16:creationId xmlns:a16="http://schemas.microsoft.com/office/drawing/2014/main" id="{DF14EC0D-7829-4A4A-BDCA-CD3650776F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80837" y="5910263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" name="Oval 3038">
                <a:extLst>
                  <a:ext uri="{FF2B5EF4-FFF2-40B4-BE49-F238E27FC236}">
                    <a16:creationId xmlns:a16="http://schemas.microsoft.com/office/drawing/2014/main" id="{28E09F54-4547-4A1B-8674-7BA5479463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38000" y="5910263"/>
                <a:ext cx="23813" cy="254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" name="Oval 3039">
                <a:extLst>
                  <a:ext uri="{FF2B5EF4-FFF2-40B4-BE49-F238E27FC236}">
                    <a16:creationId xmlns:a16="http://schemas.microsoft.com/office/drawing/2014/main" id="{784127DA-13F1-41F6-8279-761E978AD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91987" y="5910263"/>
                <a:ext cx="23813" cy="254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" name="Oval 3040">
                <a:extLst>
                  <a:ext uri="{FF2B5EF4-FFF2-40B4-BE49-F238E27FC236}">
                    <a16:creationId xmlns:a16="http://schemas.microsoft.com/office/drawing/2014/main" id="{AAF1A765-DB7E-4194-8597-423B235F2C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49150" y="5913438"/>
                <a:ext cx="22225" cy="22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" name="Oval 3041">
                <a:extLst>
                  <a:ext uri="{FF2B5EF4-FFF2-40B4-BE49-F238E27FC236}">
                    <a16:creationId xmlns:a16="http://schemas.microsoft.com/office/drawing/2014/main" id="{B37E67AE-1AC6-471B-AF8F-A2120D13DE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03137" y="5913438"/>
                <a:ext cx="22225" cy="22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" name="Oval 3042">
                <a:extLst>
                  <a:ext uri="{FF2B5EF4-FFF2-40B4-BE49-F238E27FC236}">
                    <a16:creationId xmlns:a16="http://schemas.microsoft.com/office/drawing/2014/main" id="{B557599A-C42E-4A75-9616-3CE0EAD50B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1887" y="5913438"/>
                <a:ext cx="17463" cy="190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" name="Oval 3043">
                <a:extLst>
                  <a:ext uri="{FF2B5EF4-FFF2-40B4-BE49-F238E27FC236}">
                    <a16:creationId xmlns:a16="http://schemas.microsoft.com/office/drawing/2014/main" id="{494FABEB-B6D6-4863-8E64-81253531B8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15875" y="5916613"/>
                <a:ext cx="17463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" name="Oval 3044">
                <a:extLst>
                  <a:ext uri="{FF2B5EF4-FFF2-40B4-BE49-F238E27FC236}">
                    <a16:creationId xmlns:a16="http://schemas.microsoft.com/office/drawing/2014/main" id="{42483286-3B0F-4F50-BD62-9F6BF6D0F1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3037" y="5916613"/>
                <a:ext cx="14288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8" name="Oval 3045">
                <a:extLst>
                  <a:ext uri="{FF2B5EF4-FFF2-40B4-BE49-F238E27FC236}">
                    <a16:creationId xmlns:a16="http://schemas.microsoft.com/office/drawing/2014/main" id="{AD08489E-4B7E-4BAD-B822-7913FEEF5C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27025" y="5916613"/>
                <a:ext cx="15875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9" name="Oval 3046">
                <a:extLst>
                  <a:ext uri="{FF2B5EF4-FFF2-40B4-BE49-F238E27FC236}">
                    <a16:creationId xmlns:a16="http://schemas.microsoft.com/office/drawing/2014/main" id="{09A46629-10E1-4E95-99A4-F11CC05644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4187" y="5916613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" name="Oval 3047">
                <a:extLst>
                  <a:ext uri="{FF2B5EF4-FFF2-40B4-BE49-F238E27FC236}">
                    <a16:creationId xmlns:a16="http://schemas.microsoft.com/office/drawing/2014/main" id="{43434DDC-F336-4770-BCE0-CF75347D73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39762" y="5919788"/>
                <a:ext cx="11113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1" name="Oval 3048">
                <a:extLst>
                  <a:ext uri="{FF2B5EF4-FFF2-40B4-BE49-F238E27FC236}">
                    <a16:creationId xmlns:a16="http://schemas.microsoft.com/office/drawing/2014/main" id="{6C798616-5E7C-4130-9C7C-30BC6C20DE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6925" y="5919788"/>
                <a:ext cx="4763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2" name="Oval 3049">
                <a:extLst>
                  <a:ext uri="{FF2B5EF4-FFF2-40B4-BE49-F238E27FC236}">
                    <a16:creationId xmlns:a16="http://schemas.microsoft.com/office/drawing/2014/main" id="{6E8345DB-0975-4542-A1B5-4F149E9EAB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4087" y="5922963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3" name="Oval 3050">
                <a:extLst>
                  <a:ext uri="{FF2B5EF4-FFF2-40B4-BE49-F238E27FC236}">
                    <a16:creationId xmlns:a16="http://schemas.microsoft.com/office/drawing/2014/main" id="{1E867AE3-C7C8-482B-BF59-03EF29F80B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08075" y="5922963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4" name="Freeform 3086">
                <a:extLst>
                  <a:ext uri="{FF2B5EF4-FFF2-40B4-BE49-F238E27FC236}">
                    <a16:creationId xmlns:a16="http://schemas.microsoft.com/office/drawing/2014/main" id="{35CD1383-5257-43B5-B8E9-AA12CEEF95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61287" y="6076951"/>
                <a:ext cx="0" cy="3175"/>
              </a:xfrm>
              <a:custGeom>
                <a:avLst/>
                <a:gdLst>
                  <a:gd name="T0" fmla="*/ 2 h 2"/>
                  <a:gd name="T1" fmla="*/ 2 h 2"/>
                  <a:gd name="T2" fmla="*/ 0 h 2"/>
                  <a:gd name="T3" fmla="*/ 2 h 2"/>
                  <a:gd name="T4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5" name="Oval 3087">
                <a:extLst>
                  <a:ext uri="{FF2B5EF4-FFF2-40B4-BE49-F238E27FC236}">
                    <a16:creationId xmlns:a16="http://schemas.microsoft.com/office/drawing/2014/main" id="{A89A2920-9359-4920-A753-90E088905A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16862" y="60769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6" name="Oval 3088">
                <a:extLst>
                  <a:ext uri="{FF2B5EF4-FFF2-40B4-BE49-F238E27FC236}">
                    <a16:creationId xmlns:a16="http://schemas.microsoft.com/office/drawing/2014/main" id="{C4F21A03-AA9C-42F0-8B09-DC041D42EA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67675" y="6073776"/>
                <a:ext cx="9525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7" name="Oval 3089">
                <a:extLst>
                  <a:ext uri="{FF2B5EF4-FFF2-40B4-BE49-F238E27FC236}">
                    <a16:creationId xmlns:a16="http://schemas.microsoft.com/office/drawing/2014/main" id="{98DCEEA9-FE6D-459B-9E7C-54DBE0781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15312" y="6069013"/>
                <a:ext cx="25400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8" name="Oval 3090">
                <a:extLst>
                  <a:ext uri="{FF2B5EF4-FFF2-40B4-BE49-F238E27FC236}">
                    <a16:creationId xmlns:a16="http://schemas.microsoft.com/office/drawing/2014/main" id="{72D36C65-6802-4C55-83AA-92881C0B3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64537" y="6062663"/>
                <a:ext cx="36513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9" name="Oval 3091">
                <a:extLst>
                  <a:ext uri="{FF2B5EF4-FFF2-40B4-BE49-F238E27FC236}">
                    <a16:creationId xmlns:a16="http://schemas.microsoft.com/office/drawing/2014/main" id="{5D00206F-F477-4B0C-9832-4A2EE27C24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15350" y="6056313"/>
                <a:ext cx="46038" cy="460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0" name="Oval 3092">
                <a:extLst>
                  <a:ext uri="{FF2B5EF4-FFF2-40B4-BE49-F238E27FC236}">
                    <a16:creationId xmlns:a16="http://schemas.microsoft.com/office/drawing/2014/main" id="{D0773BF4-8A34-41CE-B6C7-078191BB44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62987" y="6049963"/>
                <a:ext cx="58738" cy="571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1" name="Oval 3093">
                <a:extLst>
                  <a:ext uri="{FF2B5EF4-FFF2-40B4-BE49-F238E27FC236}">
                    <a16:creationId xmlns:a16="http://schemas.microsoft.com/office/drawing/2014/main" id="{ABEA5850-56CC-400A-8E9E-4659B0C112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15387" y="6043613"/>
                <a:ext cx="66675" cy="698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2" name="Oval 3094">
                <a:extLst>
                  <a:ext uri="{FF2B5EF4-FFF2-40B4-BE49-F238E27FC236}">
                    <a16:creationId xmlns:a16="http://schemas.microsoft.com/office/drawing/2014/main" id="{538D585F-980A-44AB-ADCD-4EA4D8356D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66200" y="6040438"/>
                <a:ext cx="73025" cy="762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3" name="Oval 3095">
                <a:extLst>
                  <a:ext uri="{FF2B5EF4-FFF2-40B4-BE49-F238E27FC236}">
                    <a16:creationId xmlns:a16="http://schemas.microsoft.com/office/drawing/2014/main" id="{DEC7204D-7FB1-4AEA-B12E-C73A550103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0187" y="6040438"/>
                <a:ext cx="76200" cy="762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4" name="Oval 3096">
                <a:extLst>
                  <a:ext uri="{FF2B5EF4-FFF2-40B4-BE49-F238E27FC236}">
                    <a16:creationId xmlns:a16="http://schemas.microsoft.com/office/drawing/2014/main" id="{28227453-BF80-4D15-AE73-BE91A9075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74175" y="6040438"/>
                <a:ext cx="76200" cy="762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5" name="Oval 3097">
                <a:extLst>
                  <a:ext uri="{FF2B5EF4-FFF2-40B4-BE49-F238E27FC236}">
                    <a16:creationId xmlns:a16="http://schemas.microsoft.com/office/drawing/2014/main" id="{B5904DC3-C568-41CD-96F0-74CD131A24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32925" y="6043613"/>
                <a:ext cx="68263" cy="698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6" name="Oval 3098">
                <a:extLst>
                  <a:ext uri="{FF2B5EF4-FFF2-40B4-BE49-F238E27FC236}">
                    <a16:creationId xmlns:a16="http://schemas.microsoft.com/office/drawing/2014/main" id="{8E6B6548-1A18-45CA-8E92-D402A9EC7A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90087" y="6043613"/>
                <a:ext cx="66675" cy="698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7" name="Oval 3099">
                <a:extLst>
                  <a:ext uri="{FF2B5EF4-FFF2-40B4-BE49-F238E27FC236}">
                    <a16:creationId xmlns:a16="http://schemas.microsoft.com/office/drawing/2014/main" id="{FD97D864-EAEE-40A7-A5C6-277999337B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47250" y="6046788"/>
                <a:ext cx="63500" cy="635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8" name="Oval 3100">
                <a:extLst>
                  <a:ext uri="{FF2B5EF4-FFF2-40B4-BE49-F238E27FC236}">
                    <a16:creationId xmlns:a16="http://schemas.microsoft.com/office/drawing/2014/main" id="{7082F582-253B-4D99-A71B-62E15DF676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4412" y="6049963"/>
                <a:ext cx="57150" cy="571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9" name="Oval 3101">
                <a:extLst>
                  <a:ext uri="{FF2B5EF4-FFF2-40B4-BE49-F238E27FC236}">
                    <a16:creationId xmlns:a16="http://schemas.microsoft.com/office/drawing/2014/main" id="{592AB264-033D-4A2C-BD51-E19D83F832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1575" y="6049963"/>
                <a:ext cx="53975" cy="571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60" name="Oval 3102">
                <a:extLst>
                  <a:ext uri="{FF2B5EF4-FFF2-40B4-BE49-F238E27FC236}">
                    <a16:creationId xmlns:a16="http://schemas.microsoft.com/office/drawing/2014/main" id="{8B3B1921-94A4-4AA5-9118-96626107E5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15562" y="6053138"/>
                <a:ext cx="55563" cy="508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61" name="Oval 3103">
                <a:extLst>
                  <a:ext uri="{FF2B5EF4-FFF2-40B4-BE49-F238E27FC236}">
                    <a16:creationId xmlns:a16="http://schemas.microsoft.com/office/drawing/2014/main" id="{052CC51F-C72C-4AA1-A245-F26016F249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72725" y="6053138"/>
                <a:ext cx="49213" cy="508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62" name="Oval 3104">
                <a:extLst>
                  <a:ext uri="{FF2B5EF4-FFF2-40B4-BE49-F238E27FC236}">
                    <a16:creationId xmlns:a16="http://schemas.microsoft.com/office/drawing/2014/main" id="{E1A8F00C-A752-4E19-85AE-A9ECEA1C84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31475" y="6056313"/>
                <a:ext cx="44450" cy="460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63" name="Oval 3105">
                <a:extLst>
                  <a:ext uri="{FF2B5EF4-FFF2-40B4-BE49-F238E27FC236}">
                    <a16:creationId xmlns:a16="http://schemas.microsoft.com/office/drawing/2014/main" id="{C5DB6B83-D70E-49AC-84B9-8D989E0154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85462" y="6056313"/>
                <a:ext cx="44450" cy="460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64" name="Oval 3106">
                <a:extLst>
                  <a:ext uri="{FF2B5EF4-FFF2-40B4-BE49-F238E27FC236}">
                    <a16:creationId xmlns:a16="http://schemas.microsoft.com/office/drawing/2014/main" id="{CC7E25F4-7B06-4404-ABA3-2D72A7F1DA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42625" y="6059488"/>
                <a:ext cx="42863" cy="396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65" name="Oval 3107">
                <a:extLst>
                  <a:ext uri="{FF2B5EF4-FFF2-40B4-BE49-F238E27FC236}">
                    <a16:creationId xmlns:a16="http://schemas.microsoft.com/office/drawing/2014/main" id="{74300D51-0022-4E9A-BDB8-0383C85ADA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99787" y="6059488"/>
                <a:ext cx="39688" cy="396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66" name="Oval 3108">
                <a:extLst>
                  <a:ext uri="{FF2B5EF4-FFF2-40B4-BE49-F238E27FC236}">
                    <a16:creationId xmlns:a16="http://schemas.microsoft.com/office/drawing/2014/main" id="{2907C63E-B1F3-457B-932C-F42B27F43F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53775" y="6059488"/>
                <a:ext cx="39688" cy="396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67" name="Oval 3109">
                <a:extLst>
                  <a:ext uri="{FF2B5EF4-FFF2-40B4-BE49-F238E27FC236}">
                    <a16:creationId xmlns:a16="http://schemas.microsoft.com/office/drawing/2014/main" id="{244FBFEA-6EFA-44C4-AA5E-953895F459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10937" y="6062663"/>
                <a:ext cx="36513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68" name="Oval 3110">
                <a:extLst>
                  <a:ext uri="{FF2B5EF4-FFF2-40B4-BE49-F238E27FC236}">
                    <a16:creationId xmlns:a16="http://schemas.microsoft.com/office/drawing/2014/main" id="{D83B68D3-29CD-4638-9957-9EB3036B0F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68100" y="6062663"/>
                <a:ext cx="33338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69" name="Oval 3111">
                <a:extLst>
                  <a:ext uri="{FF2B5EF4-FFF2-40B4-BE49-F238E27FC236}">
                    <a16:creationId xmlns:a16="http://schemas.microsoft.com/office/drawing/2014/main" id="{3ACC38E3-8E99-45B1-9E26-A5474DE2EF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23675" y="6062663"/>
                <a:ext cx="33338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70" name="Oval 3112">
                <a:extLst>
                  <a:ext uri="{FF2B5EF4-FFF2-40B4-BE49-F238E27FC236}">
                    <a16:creationId xmlns:a16="http://schemas.microsoft.com/office/drawing/2014/main" id="{AEFA1B61-A378-41BD-A56A-EFC4495EBE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77662" y="6062663"/>
                <a:ext cx="33338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71" name="Oval 3113">
                <a:extLst>
                  <a:ext uri="{FF2B5EF4-FFF2-40B4-BE49-F238E27FC236}">
                    <a16:creationId xmlns:a16="http://schemas.microsoft.com/office/drawing/2014/main" id="{DBB90A98-14D4-4634-BBB1-E58267DDFC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34825" y="6065838"/>
                <a:ext cx="30163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72" name="Oval 3114">
                <a:extLst>
                  <a:ext uri="{FF2B5EF4-FFF2-40B4-BE49-F238E27FC236}">
                    <a16:creationId xmlns:a16="http://schemas.microsoft.com/office/drawing/2014/main" id="{67A129F4-DC44-4137-8C27-56B78186F3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91987" y="6065838"/>
                <a:ext cx="23813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73" name="Oval 3115">
                <a:extLst>
                  <a:ext uri="{FF2B5EF4-FFF2-40B4-BE49-F238E27FC236}">
                    <a16:creationId xmlns:a16="http://schemas.microsoft.com/office/drawing/2014/main" id="{7BCAB444-2D58-4728-92E0-73ACE0731D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45975" y="6065838"/>
                <a:ext cx="25400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74" name="Oval 3116">
                <a:extLst>
                  <a:ext uri="{FF2B5EF4-FFF2-40B4-BE49-F238E27FC236}">
                    <a16:creationId xmlns:a16="http://schemas.microsoft.com/office/drawing/2014/main" id="{43E5BDB9-0DB4-43FE-9AAC-15EA4EBAF4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03137" y="6069013"/>
                <a:ext cx="22225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75" name="Oval 3117">
                <a:extLst>
                  <a:ext uri="{FF2B5EF4-FFF2-40B4-BE49-F238E27FC236}">
                    <a16:creationId xmlns:a16="http://schemas.microsoft.com/office/drawing/2014/main" id="{7A158A09-902E-4AD5-8BBF-F5A10BAAB3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58712" y="6069013"/>
                <a:ext cx="20638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76" name="Oval 3118">
                <a:extLst>
                  <a:ext uri="{FF2B5EF4-FFF2-40B4-BE49-F238E27FC236}">
                    <a16:creationId xmlns:a16="http://schemas.microsoft.com/office/drawing/2014/main" id="{B1200016-4A46-45D6-B6F1-494F3CC326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15875" y="6069013"/>
                <a:ext cx="17463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77" name="Oval 3119">
                <a:extLst>
                  <a:ext uri="{FF2B5EF4-FFF2-40B4-BE49-F238E27FC236}">
                    <a16:creationId xmlns:a16="http://schemas.microsoft.com/office/drawing/2014/main" id="{E861E787-BF6F-4225-8904-652574A68F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3037" y="6070601"/>
                <a:ext cx="14288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78" name="Oval 3120">
                <a:extLst>
                  <a:ext uri="{FF2B5EF4-FFF2-40B4-BE49-F238E27FC236}">
                    <a16:creationId xmlns:a16="http://schemas.microsoft.com/office/drawing/2014/main" id="{B3EFE453-8401-4DAC-B8E3-251E025F62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27025" y="6070601"/>
                <a:ext cx="15875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79" name="Oval 3121">
                <a:extLst>
                  <a:ext uri="{FF2B5EF4-FFF2-40B4-BE49-F238E27FC236}">
                    <a16:creationId xmlns:a16="http://schemas.microsoft.com/office/drawing/2014/main" id="{22826794-5D56-400D-B03C-1C186F133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4187" y="6073776"/>
                <a:ext cx="12700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80" name="Oval 3122">
                <a:extLst>
                  <a:ext uri="{FF2B5EF4-FFF2-40B4-BE49-F238E27FC236}">
                    <a16:creationId xmlns:a16="http://schemas.microsoft.com/office/drawing/2014/main" id="{B9E5AB64-8EB0-4911-B89E-23D2A1403A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39762" y="6073776"/>
                <a:ext cx="11113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81" name="Oval 3123">
                <a:extLst>
                  <a:ext uri="{FF2B5EF4-FFF2-40B4-BE49-F238E27FC236}">
                    <a16:creationId xmlns:a16="http://schemas.microsoft.com/office/drawing/2014/main" id="{1502A830-C8BF-4976-835B-3918971920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6925" y="6073776"/>
                <a:ext cx="7938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82" name="Oval 3124">
                <a:extLst>
                  <a:ext uri="{FF2B5EF4-FFF2-40B4-BE49-F238E27FC236}">
                    <a16:creationId xmlns:a16="http://schemas.microsoft.com/office/drawing/2014/main" id="{CD4EE218-DF83-4222-AE3E-7B8F31E0FE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4087" y="6076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83" name="Oval 3125">
                <a:extLst>
                  <a:ext uri="{FF2B5EF4-FFF2-40B4-BE49-F238E27FC236}">
                    <a16:creationId xmlns:a16="http://schemas.microsoft.com/office/drawing/2014/main" id="{E92E1FF1-E15C-45D4-BBA8-A809A11DB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08075" y="6076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84" name="Rectangle 3161">
                <a:extLst>
                  <a:ext uri="{FF2B5EF4-FFF2-40B4-BE49-F238E27FC236}">
                    <a16:creationId xmlns:a16="http://schemas.microsoft.com/office/drawing/2014/main" id="{34988596-C22B-4AF4-A39C-0DDD4B208F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61287" y="6235701"/>
                <a:ext cx="1588" cy="15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85" name="Oval 3162">
                <a:extLst>
                  <a:ext uri="{FF2B5EF4-FFF2-40B4-BE49-F238E27FC236}">
                    <a16:creationId xmlns:a16="http://schemas.microsoft.com/office/drawing/2014/main" id="{5B022856-0BCE-45BB-9300-8CAE38B845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16862" y="6232526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86" name="Oval 3163">
                <a:extLst>
                  <a:ext uri="{FF2B5EF4-FFF2-40B4-BE49-F238E27FC236}">
                    <a16:creationId xmlns:a16="http://schemas.microsoft.com/office/drawing/2014/main" id="{647FCEAB-FC66-4E40-9607-23EF16DA4C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64500" y="6229351"/>
                <a:ext cx="15875" cy="111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87" name="Oval 3164">
                <a:extLst>
                  <a:ext uri="{FF2B5EF4-FFF2-40B4-BE49-F238E27FC236}">
                    <a16:creationId xmlns:a16="http://schemas.microsoft.com/office/drawing/2014/main" id="{44E660E2-DDC1-4C71-A653-4ADDFE49A9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15312" y="6219826"/>
                <a:ext cx="25400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88" name="Oval 3165">
                <a:extLst>
                  <a:ext uri="{FF2B5EF4-FFF2-40B4-BE49-F238E27FC236}">
                    <a16:creationId xmlns:a16="http://schemas.microsoft.com/office/drawing/2014/main" id="{B9B3C0BE-410B-4C52-A5B9-A9523DAAF9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64537" y="6213476"/>
                <a:ext cx="36513" cy="396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89" name="Oval 3166">
                <a:extLst>
                  <a:ext uri="{FF2B5EF4-FFF2-40B4-BE49-F238E27FC236}">
                    <a16:creationId xmlns:a16="http://schemas.microsoft.com/office/drawing/2014/main" id="{35FDE904-E8EF-4C6B-BA57-2C2FEB4BBC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12175" y="6207126"/>
                <a:ext cx="52388" cy="523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90" name="Oval 3167">
                <a:extLst>
                  <a:ext uri="{FF2B5EF4-FFF2-40B4-BE49-F238E27FC236}">
                    <a16:creationId xmlns:a16="http://schemas.microsoft.com/office/drawing/2014/main" id="{CB585FD6-7C4D-455B-B289-A6B6E49158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61400" y="6202363"/>
                <a:ext cx="65088" cy="666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91" name="Oval 3168">
                <a:extLst>
                  <a:ext uri="{FF2B5EF4-FFF2-40B4-BE49-F238E27FC236}">
                    <a16:creationId xmlns:a16="http://schemas.microsoft.com/office/drawing/2014/main" id="{8A8A79EA-A984-44DF-93E1-65BA2E93AF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9037" y="6196013"/>
                <a:ext cx="76200" cy="746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92" name="Oval 3169">
                <a:extLst>
                  <a:ext uri="{FF2B5EF4-FFF2-40B4-BE49-F238E27FC236}">
                    <a16:creationId xmlns:a16="http://schemas.microsoft.com/office/drawing/2014/main" id="{3A76EFFD-C6B7-488B-BD7F-533C2EE937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59850" y="6192838"/>
                <a:ext cx="85725" cy="809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93" name="Oval 3170">
                <a:extLst>
                  <a:ext uri="{FF2B5EF4-FFF2-40B4-BE49-F238E27FC236}">
                    <a16:creationId xmlns:a16="http://schemas.microsoft.com/office/drawing/2014/main" id="{DE9D95C2-A051-4085-BC97-82C97652AF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17012" y="6192838"/>
                <a:ext cx="82550" cy="841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94" name="Oval 3171">
                <a:extLst>
                  <a:ext uri="{FF2B5EF4-FFF2-40B4-BE49-F238E27FC236}">
                    <a16:creationId xmlns:a16="http://schemas.microsoft.com/office/drawing/2014/main" id="{63D4F27D-BDB0-47EC-9663-432000E347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72587" y="6192838"/>
                <a:ext cx="80963" cy="809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95" name="Oval 3172">
                <a:extLst>
                  <a:ext uri="{FF2B5EF4-FFF2-40B4-BE49-F238E27FC236}">
                    <a16:creationId xmlns:a16="http://schemas.microsoft.com/office/drawing/2014/main" id="{15C04351-EF36-4D83-89A2-25E17DBE92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29750" y="6196013"/>
                <a:ext cx="77788" cy="777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96" name="Oval 3173">
                <a:extLst>
                  <a:ext uri="{FF2B5EF4-FFF2-40B4-BE49-F238E27FC236}">
                    <a16:creationId xmlns:a16="http://schemas.microsoft.com/office/drawing/2014/main" id="{0D954A5F-6209-41F3-8669-D7B1E80B06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86912" y="6196013"/>
                <a:ext cx="73025" cy="746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97" name="Oval 3174">
                <a:extLst>
                  <a:ext uri="{FF2B5EF4-FFF2-40B4-BE49-F238E27FC236}">
                    <a16:creationId xmlns:a16="http://schemas.microsoft.com/office/drawing/2014/main" id="{488FF051-E4AD-4264-B891-A934C3242B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44075" y="6199188"/>
                <a:ext cx="69850" cy="714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98" name="Oval 3175">
                <a:extLst>
                  <a:ext uri="{FF2B5EF4-FFF2-40B4-BE49-F238E27FC236}">
                    <a16:creationId xmlns:a16="http://schemas.microsoft.com/office/drawing/2014/main" id="{EBF51925-B92B-48FA-B6A6-434C971EF1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1237" y="6202363"/>
                <a:ext cx="66675" cy="666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99" name="Oval 3176">
                <a:extLst>
                  <a:ext uri="{FF2B5EF4-FFF2-40B4-BE49-F238E27FC236}">
                    <a16:creationId xmlns:a16="http://schemas.microsoft.com/office/drawing/2014/main" id="{D4103DE1-F016-4E65-89F6-742E91FF83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55225" y="6202363"/>
                <a:ext cx="63500" cy="635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00" name="Oval 3177">
                <a:extLst>
                  <a:ext uri="{FF2B5EF4-FFF2-40B4-BE49-F238E27FC236}">
                    <a16:creationId xmlns:a16="http://schemas.microsoft.com/office/drawing/2014/main" id="{6D16F3DE-91E3-4806-ADEC-A78E38EC96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12387" y="6203951"/>
                <a:ext cx="61913" cy="587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01" name="Oval 3178">
                <a:extLst>
                  <a:ext uri="{FF2B5EF4-FFF2-40B4-BE49-F238E27FC236}">
                    <a16:creationId xmlns:a16="http://schemas.microsoft.com/office/drawing/2014/main" id="{97CCA141-230E-4946-BD62-724E0CDE75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71137" y="6207126"/>
                <a:ext cx="57150" cy="555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02" name="Oval 3179">
                <a:extLst>
                  <a:ext uri="{FF2B5EF4-FFF2-40B4-BE49-F238E27FC236}">
                    <a16:creationId xmlns:a16="http://schemas.microsoft.com/office/drawing/2014/main" id="{37EDBCB4-3887-440D-AD68-A64DCB6B3F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28300" y="6207126"/>
                <a:ext cx="50800" cy="555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03" name="Oval 3180">
                <a:extLst>
                  <a:ext uri="{FF2B5EF4-FFF2-40B4-BE49-F238E27FC236}">
                    <a16:creationId xmlns:a16="http://schemas.microsoft.com/office/drawing/2014/main" id="{07FC094A-27B2-4966-81F8-B9D91D4603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85462" y="6210301"/>
                <a:ext cx="47625" cy="492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04" name="Oval 3181">
                <a:extLst>
                  <a:ext uri="{FF2B5EF4-FFF2-40B4-BE49-F238E27FC236}">
                    <a16:creationId xmlns:a16="http://schemas.microsoft.com/office/drawing/2014/main" id="{5FFF36D2-8365-47C2-BFC0-DDDDCA779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39450" y="6210301"/>
                <a:ext cx="47625" cy="492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05" name="Oval 3182">
                <a:extLst>
                  <a:ext uri="{FF2B5EF4-FFF2-40B4-BE49-F238E27FC236}">
                    <a16:creationId xmlns:a16="http://schemas.microsoft.com/office/drawing/2014/main" id="{99A9A076-8466-4FD6-81F4-8FC641A696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96612" y="6210301"/>
                <a:ext cx="46038" cy="460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06" name="Oval 3183">
                <a:extLst>
                  <a:ext uri="{FF2B5EF4-FFF2-40B4-BE49-F238E27FC236}">
                    <a16:creationId xmlns:a16="http://schemas.microsoft.com/office/drawing/2014/main" id="{861ADFF2-99BE-4016-9730-9D9D48C7C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53775" y="6213476"/>
                <a:ext cx="42863" cy="428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07" name="Oval 3184">
                <a:extLst>
                  <a:ext uri="{FF2B5EF4-FFF2-40B4-BE49-F238E27FC236}">
                    <a16:creationId xmlns:a16="http://schemas.microsoft.com/office/drawing/2014/main" id="{358937B4-2414-4664-904E-F5CC3B1467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07762" y="6213476"/>
                <a:ext cx="39688" cy="396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08" name="Oval 3185">
                <a:extLst>
                  <a:ext uri="{FF2B5EF4-FFF2-40B4-BE49-F238E27FC236}">
                    <a16:creationId xmlns:a16="http://schemas.microsoft.com/office/drawing/2014/main" id="{73BE7D63-23E2-49CC-A40A-8ED4D05F39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66512" y="6213476"/>
                <a:ext cx="34925" cy="396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09" name="Oval 3186">
                <a:extLst>
                  <a:ext uri="{FF2B5EF4-FFF2-40B4-BE49-F238E27FC236}">
                    <a16:creationId xmlns:a16="http://schemas.microsoft.com/office/drawing/2014/main" id="{3AB9429B-3B22-440C-9C4B-1508CB39CE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20500" y="6216651"/>
                <a:ext cx="36513" cy="365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10" name="Oval 3187">
                <a:extLst>
                  <a:ext uri="{FF2B5EF4-FFF2-40B4-BE49-F238E27FC236}">
                    <a16:creationId xmlns:a16="http://schemas.microsoft.com/office/drawing/2014/main" id="{FFAE1BDF-0299-4CE3-8CA9-C774A2FFD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77662" y="6216651"/>
                <a:ext cx="33338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11" name="Oval 3188">
                <a:extLst>
                  <a:ext uri="{FF2B5EF4-FFF2-40B4-BE49-F238E27FC236}">
                    <a16:creationId xmlns:a16="http://schemas.microsoft.com/office/drawing/2014/main" id="{1C66FDBC-AA8F-4089-8BC1-0F14F3A915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31650" y="6216651"/>
                <a:ext cx="33338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12" name="Oval 3189">
                <a:extLst>
                  <a:ext uri="{FF2B5EF4-FFF2-40B4-BE49-F238E27FC236}">
                    <a16:creationId xmlns:a16="http://schemas.microsoft.com/office/drawing/2014/main" id="{CE019D81-266D-4C69-8C1C-F3011436D3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88812" y="6219826"/>
                <a:ext cx="30163" cy="301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13" name="Oval 3190">
                <a:extLst>
                  <a:ext uri="{FF2B5EF4-FFF2-40B4-BE49-F238E27FC236}">
                    <a16:creationId xmlns:a16="http://schemas.microsoft.com/office/drawing/2014/main" id="{2D7A7A25-9ECC-4815-89EA-A6C5BFC44E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45975" y="6219826"/>
                <a:ext cx="28575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14" name="Oval 3191">
                <a:extLst>
                  <a:ext uri="{FF2B5EF4-FFF2-40B4-BE49-F238E27FC236}">
                    <a16:creationId xmlns:a16="http://schemas.microsoft.com/office/drawing/2014/main" id="{D81F8B12-786B-469F-A8E3-8B3C5E3DDA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01550" y="6219826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15" name="Oval 3192">
                <a:extLst>
                  <a:ext uri="{FF2B5EF4-FFF2-40B4-BE49-F238E27FC236}">
                    <a16:creationId xmlns:a16="http://schemas.microsoft.com/office/drawing/2014/main" id="{4801C44A-44A9-40C6-8099-E6CBF29A1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58712" y="6223001"/>
                <a:ext cx="23813" cy="238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16" name="Oval 3193">
                <a:extLst>
                  <a:ext uri="{FF2B5EF4-FFF2-40B4-BE49-F238E27FC236}">
                    <a16:creationId xmlns:a16="http://schemas.microsoft.com/office/drawing/2014/main" id="{2E56B78B-2B05-4BE4-8075-09CC1D495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15875" y="6223001"/>
                <a:ext cx="17463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17" name="Oval 3194">
                <a:extLst>
                  <a:ext uri="{FF2B5EF4-FFF2-40B4-BE49-F238E27FC236}">
                    <a16:creationId xmlns:a16="http://schemas.microsoft.com/office/drawing/2014/main" id="{3C536E63-7AB7-410E-B368-7932E01543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69862" y="6226176"/>
                <a:ext cx="17463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18" name="Oval 3195">
                <a:extLst>
                  <a:ext uri="{FF2B5EF4-FFF2-40B4-BE49-F238E27FC236}">
                    <a16:creationId xmlns:a16="http://schemas.microsoft.com/office/drawing/2014/main" id="{4D490EAD-7C2C-4F93-ADE3-E2DB9D8780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27025" y="6226176"/>
                <a:ext cx="15875" cy="142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19" name="Oval 3196">
                <a:extLst>
                  <a:ext uri="{FF2B5EF4-FFF2-40B4-BE49-F238E27FC236}">
                    <a16:creationId xmlns:a16="http://schemas.microsoft.com/office/drawing/2014/main" id="{21F6770F-BCAC-4FAB-853B-E260A5EB3F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1012" y="6226176"/>
                <a:ext cx="15875" cy="142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20" name="Oval 3197">
                <a:extLst>
                  <a:ext uri="{FF2B5EF4-FFF2-40B4-BE49-F238E27FC236}">
                    <a16:creationId xmlns:a16="http://schemas.microsoft.com/office/drawing/2014/main" id="{E874643B-1D74-40E9-914A-CDF7F468F0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39762" y="6229351"/>
                <a:ext cx="11113" cy="111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21" name="Oval 3198">
                <a:extLst>
                  <a:ext uri="{FF2B5EF4-FFF2-40B4-BE49-F238E27FC236}">
                    <a16:creationId xmlns:a16="http://schemas.microsoft.com/office/drawing/2014/main" id="{04699E46-BEAA-4653-BA94-87D6702226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6925" y="6229351"/>
                <a:ext cx="7938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22" name="Oval 3199">
                <a:extLst>
                  <a:ext uri="{FF2B5EF4-FFF2-40B4-BE49-F238E27FC236}">
                    <a16:creationId xmlns:a16="http://schemas.microsoft.com/office/drawing/2014/main" id="{7F214C6B-07A9-48D6-9C80-29652C62C6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4087" y="6232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23" name="Oval 3200">
                <a:extLst>
                  <a:ext uri="{FF2B5EF4-FFF2-40B4-BE49-F238E27FC236}">
                    <a16:creationId xmlns:a16="http://schemas.microsoft.com/office/drawing/2014/main" id="{2C0982D3-7652-4918-AC4B-B021D66E9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08075" y="6232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03B5658C-2638-60E5-C903-90194D2CE901}"/>
              </a:ext>
            </a:extLst>
          </p:cNvPr>
          <p:cNvSpPr txBox="1"/>
          <p:nvPr/>
        </p:nvSpPr>
        <p:spPr>
          <a:xfrm>
            <a:off x="5254088" y="5851662"/>
            <a:ext cx="63038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基于</a:t>
            </a:r>
            <a:r>
              <a:rPr lang="en-US" altLang="zh-CN" sz="2000" dirty="0">
                <a:solidFill>
                  <a:schemeClr val="bg1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ASR</a:t>
            </a:r>
            <a:r>
              <a:rPr lang="zh-CN" altLang="en-US" sz="2000" dirty="0">
                <a:solidFill>
                  <a:schemeClr val="bg1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模型的集成方言语言智能体，实现诸如方言语音转写、语音查询等功能，为用户提供高效帮助。</a:t>
            </a:r>
          </a:p>
        </p:txBody>
      </p:sp>
    </p:spTree>
    <p:extLst>
      <p:ext uri="{BB962C8B-B14F-4D97-AF65-F5344CB8AC3E}">
        <p14:creationId xmlns:p14="http://schemas.microsoft.com/office/powerpoint/2010/main" val="3710491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4F0835A-7C7C-8C78-F46B-C6BC3608E06B}"/>
              </a:ext>
            </a:extLst>
          </p:cNvPr>
          <p:cNvSpPr txBox="1"/>
          <p:nvPr/>
        </p:nvSpPr>
        <p:spPr>
          <a:xfrm>
            <a:off x="2651270" y="2706771"/>
            <a:ext cx="688945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8000" b="1">
                <a:solidFill>
                  <a:schemeClr val="bg1"/>
                </a:solidFill>
                <a:cs typeface="+mn-ea"/>
                <a:sym typeface="+mn-lt"/>
              </a:rPr>
              <a:t>文化符号</a:t>
            </a:r>
            <a:endParaRPr lang="zh-CN" altLang="en-US" sz="8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CFFD35-F02F-684B-6046-7F83AC65F6B7}"/>
              </a:ext>
            </a:extLst>
          </p:cNvPr>
          <p:cNvSpPr txBox="1"/>
          <p:nvPr/>
        </p:nvSpPr>
        <p:spPr>
          <a:xfrm>
            <a:off x="4828335" y="2099511"/>
            <a:ext cx="2535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第一部分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C5362FE-CAD8-CF7F-8876-EFE9DDC88409}"/>
              </a:ext>
            </a:extLst>
          </p:cNvPr>
          <p:cNvSpPr txBox="1"/>
          <p:nvPr/>
        </p:nvSpPr>
        <p:spPr>
          <a:xfrm>
            <a:off x="607312" y="446612"/>
            <a:ext cx="24330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600" dirty="0">
                <a:solidFill>
                  <a:srgbClr val="055686"/>
                </a:solidFill>
                <a:cs typeface="+mn-ea"/>
                <a:sym typeface="+mn-lt"/>
              </a:rPr>
              <a:t>教会学成</a:t>
            </a:r>
            <a:r>
              <a:rPr lang="en-US" altLang="zh-CN" sz="1600" dirty="0">
                <a:solidFill>
                  <a:srgbClr val="055686"/>
                </a:solidFill>
                <a:cs typeface="+mn-ea"/>
                <a:sym typeface="+mn-lt"/>
              </a:rPr>
              <a:t>·</a:t>
            </a:r>
            <a:r>
              <a:rPr lang="zh-CN" altLang="en-US" sz="1600" dirty="0">
                <a:solidFill>
                  <a:srgbClr val="055686"/>
                </a:solidFill>
                <a:cs typeface="+mn-ea"/>
                <a:sym typeface="+mn-lt"/>
              </a:rPr>
              <a:t>守正有为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2A9132D-6EBE-7CCA-A230-2A68BDADAF54}"/>
              </a:ext>
            </a:extLst>
          </p:cNvPr>
          <p:cNvCxnSpPr>
            <a:stCxn id="23" idx="1"/>
          </p:cNvCxnSpPr>
          <p:nvPr/>
        </p:nvCxnSpPr>
        <p:spPr>
          <a:xfrm flipH="1" flipV="1">
            <a:off x="0" y="609600"/>
            <a:ext cx="607312" cy="6289"/>
          </a:xfrm>
          <a:prstGeom prst="line">
            <a:avLst/>
          </a:prstGeom>
          <a:ln w="22225" cap="rnd">
            <a:solidFill>
              <a:srgbClr val="055686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箭头: 燕尾形 25">
            <a:extLst>
              <a:ext uri="{FF2B5EF4-FFF2-40B4-BE49-F238E27FC236}">
                <a16:creationId xmlns:a16="http://schemas.microsoft.com/office/drawing/2014/main" id="{4E5F4FC2-3B88-C2F3-D3D8-75E604771C4B}"/>
              </a:ext>
            </a:extLst>
          </p:cNvPr>
          <p:cNvSpPr/>
          <p:nvPr/>
        </p:nvSpPr>
        <p:spPr>
          <a:xfrm>
            <a:off x="11691321" y="505821"/>
            <a:ext cx="142835" cy="207557"/>
          </a:xfrm>
          <a:prstGeom prst="notchedRightArrow">
            <a:avLst>
              <a:gd name="adj1" fmla="val 62903"/>
              <a:gd name="adj2" fmla="val 100000"/>
            </a:avLst>
          </a:prstGeom>
          <a:solidFill>
            <a:srgbClr val="055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箭头: 燕尾形 26">
            <a:extLst>
              <a:ext uri="{FF2B5EF4-FFF2-40B4-BE49-F238E27FC236}">
                <a16:creationId xmlns:a16="http://schemas.microsoft.com/office/drawing/2014/main" id="{8C2E359E-5A99-CA64-2F89-1015DE5AEA51}"/>
              </a:ext>
            </a:extLst>
          </p:cNvPr>
          <p:cNvSpPr/>
          <p:nvPr/>
        </p:nvSpPr>
        <p:spPr>
          <a:xfrm>
            <a:off x="11523728" y="505821"/>
            <a:ext cx="142835" cy="207557"/>
          </a:xfrm>
          <a:prstGeom prst="notchedRightArrow">
            <a:avLst>
              <a:gd name="adj1" fmla="val 62903"/>
              <a:gd name="adj2" fmla="val 100000"/>
            </a:avLst>
          </a:prstGeom>
          <a:solidFill>
            <a:srgbClr val="055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4360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对角圆角 4">
            <a:extLst>
              <a:ext uri="{FF2B5EF4-FFF2-40B4-BE49-F238E27FC236}">
                <a16:creationId xmlns:a16="http://schemas.microsoft.com/office/drawing/2014/main" id="{6FF72EA7-7EAB-496D-9A24-6605DE94DDD4}"/>
              </a:ext>
            </a:extLst>
          </p:cNvPr>
          <p:cNvSpPr/>
          <p:nvPr/>
        </p:nvSpPr>
        <p:spPr>
          <a:xfrm>
            <a:off x="8082091" y="1462606"/>
            <a:ext cx="3690809" cy="4928669"/>
          </a:xfrm>
          <a:prstGeom prst="round2DiagRect">
            <a:avLst/>
          </a:prstGeom>
          <a:solidFill>
            <a:srgbClr val="035586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1A21FE6-9384-6864-A3C1-CA257CC8EEB7}"/>
              </a:ext>
            </a:extLst>
          </p:cNvPr>
          <p:cNvSpPr txBox="1"/>
          <p:nvPr/>
        </p:nvSpPr>
        <p:spPr>
          <a:xfrm>
            <a:off x="0" y="182880"/>
            <a:ext cx="46334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b="1">
                <a:solidFill>
                  <a:schemeClr val="bg1"/>
                </a:solidFill>
                <a:cs typeface="+mn-ea"/>
                <a:sym typeface="+mn-lt"/>
              </a:rPr>
              <a:t>一、文化符号</a:t>
            </a:r>
            <a:endParaRPr lang="zh-CN" altLang="en-US" sz="36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C2F4E2-F57A-4B2C-914D-DAAC2BFA5D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13" y="1569286"/>
            <a:ext cx="7423278" cy="4928669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72A636AE-6625-47A1-948F-714B72326376}"/>
              </a:ext>
            </a:extLst>
          </p:cNvPr>
          <p:cNvSpPr txBox="1"/>
          <p:nvPr/>
        </p:nvSpPr>
        <p:spPr>
          <a:xfrm>
            <a:off x="8189945" y="1833017"/>
            <a:ext cx="358295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effectLst/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       文化符号是指在特定文化或社会群体中具有特定意义、能够传递信息或价值的符号、标志、图像、语言、行为或物体。它是文化的表现形式，承载了集体记忆、信仰、价值观或身份认同。</a:t>
            </a:r>
          </a:p>
        </p:txBody>
      </p:sp>
    </p:spTree>
    <p:extLst>
      <p:ext uri="{BB962C8B-B14F-4D97-AF65-F5344CB8AC3E}">
        <p14:creationId xmlns:p14="http://schemas.microsoft.com/office/powerpoint/2010/main" val="1818225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4F0835A-7C7C-8C78-F46B-C6BC3608E06B}"/>
              </a:ext>
            </a:extLst>
          </p:cNvPr>
          <p:cNvSpPr txBox="1"/>
          <p:nvPr/>
        </p:nvSpPr>
        <p:spPr>
          <a:xfrm>
            <a:off x="1855225" y="2706771"/>
            <a:ext cx="848155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bg1"/>
                </a:solidFill>
                <a:cs typeface="+mn-ea"/>
                <a:sym typeface="+mn-lt"/>
              </a:rPr>
              <a:t>相关研究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CFFD35-F02F-684B-6046-7F83AC65F6B7}"/>
              </a:ext>
            </a:extLst>
          </p:cNvPr>
          <p:cNvSpPr txBox="1"/>
          <p:nvPr/>
        </p:nvSpPr>
        <p:spPr>
          <a:xfrm>
            <a:off x="4828335" y="2099511"/>
            <a:ext cx="2535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第二部分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C5362FE-CAD8-CF7F-8876-EFE9DDC88409}"/>
              </a:ext>
            </a:extLst>
          </p:cNvPr>
          <p:cNvSpPr txBox="1"/>
          <p:nvPr/>
        </p:nvSpPr>
        <p:spPr>
          <a:xfrm>
            <a:off x="607312" y="446612"/>
            <a:ext cx="24330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600" dirty="0">
                <a:solidFill>
                  <a:srgbClr val="055686"/>
                </a:solidFill>
                <a:cs typeface="+mn-ea"/>
                <a:sym typeface="+mn-lt"/>
              </a:rPr>
              <a:t>教会学成</a:t>
            </a:r>
            <a:r>
              <a:rPr lang="en-US" altLang="zh-CN" sz="1600" dirty="0">
                <a:solidFill>
                  <a:srgbClr val="055686"/>
                </a:solidFill>
                <a:cs typeface="+mn-ea"/>
                <a:sym typeface="+mn-lt"/>
              </a:rPr>
              <a:t>·</a:t>
            </a:r>
            <a:r>
              <a:rPr lang="zh-CN" altLang="en-US" sz="1600" dirty="0">
                <a:solidFill>
                  <a:srgbClr val="055686"/>
                </a:solidFill>
                <a:cs typeface="+mn-ea"/>
                <a:sym typeface="+mn-lt"/>
              </a:rPr>
              <a:t>守正有为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2A9132D-6EBE-7CCA-A230-2A68BDADAF54}"/>
              </a:ext>
            </a:extLst>
          </p:cNvPr>
          <p:cNvCxnSpPr>
            <a:stCxn id="23" idx="1"/>
          </p:cNvCxnSpPr>
          <p:nvPr/>
        </p:nvCxnSpPr>
        <p:spPr>
          <a:xfrm flipH="1" flipV="1">
            <a:off x="0" y="609600"/>
            <a:ext cx="607312" cy="6289"/>
          </a:xfrm>
          <a:prstGeom prst="line">
            <a:avLst/>
          </a:prstGeom>
          <a:ln w="22225" cap="rnd">
            <a:solidFill>
              <a:srgbClr val="055686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箭头: 燕尾形 25">
            <a:extLst>
              <a:ext uri="{FF2B5EF4-FFF2-40B4-BE49-F238E27FC236}">
                <a16:creationId xmlns:a16="http://schemas.microsoft.com/office/drawing/2014/main" id="{4E5F4FC2-3B88-C2F3-D3D8-75E604771C4B}"/>
              </a:ext>
            </a:extLst>
          </p:cNvPr>
          <p:cNvSpPr/>
          <p:nvPr/>
        </p:nvSpPr>
        <p:spPr>
          <a:xfrm>
            <a:off x="11691321" y="505821"/>
            <a:ext cx="142835" cy="207557"/>
          </a:xfrm>
          <a:prstGeom prst="notchedRightArrow">
            <a:avLst>
              <a:gd name="adj1" fmla="val 62903"/>
              <a:gd name="adj2" fmla="val 100000"/>
            </a:avLst>
          </a:prstGeom>
          <a:solidFill>
            <a:srgbClr val="055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箭头: 燕尾形 26">
            <a:extLst>
              <a:ext uri="{FF2B5EF4-FFF2-40B4-BE49-F238E27FC236}">
                <a16:creationId xmlns:a16="http://schemas.microsoft.com/office/drawing/2014/main" id="{8C2E359E-5A99-CA64-2F89-1015DE5AEA51}"/>
              </a:ext>
            </a:extLst>
          </p:cNvPr>
          <p:cNvSpPr/>
          <p:nvPr/>
        </p:nvSpPr>
        <p:spPr>
          <a:xfrm>
            <a:off x="11523728" y="505821"/>
            <a:ext cx="142835" cy="207557"/>
          </a:xfrm>
          <a:prstGeom prst="notchedRightArrow">
            <a:avLst>
              <a:gd name="adj1" fmla="val 62903"/>
              <a:gd name="adj2" fmla="val 100000"/>
            </a:avLst>
          </a:prstGeom>
          <a:solidFill>
            <a:srgbClr val="055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25148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1A21FE6-9384-6864-A3C1-CA257CC8EEB7}"/>
              </a:ext>
            </a:extLst>
          </p:cNvPr>
          <p:cNvSpPr txBox="1"/>
          <p:nvPr/>
        </p:nvSpPr>
        <p:spPr>
          <a:xfrm>
            <a:off x="48668" y="181793"/>
            <a:ext cx="53416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cs typeface="+mn-ea"/>
                <a:sym typeface="+mn-lt"/>
              </a:rPr>
              <a:t>二、相关研究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C19CFD7F-6166-4227-81F2-DA5548362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699" y="1540277"/>
            <a:ext cx="4210365" cy="31051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7468854A-1A22-41D1-9D4D-BB23130CDC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16" r="8156"/>
          <a:stretch/>
        </p:blipFill>
        <p:spPr>
          <a:xfrm>
            <a:off x="658813" y="3007105"/>
            <a:ext cx="4791926" cy="34114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22C8B3E9-B68B-4018-9655-B4ED0A3A2363}"/>
              </a:ext>
            </a:extLst>
          </p:cNvPr>
          <p:cNvSpPr txBox="1"/>
          <p:nvPr/>
        </p:nvSpPr>
        <p:spPr>
          <a:xfrm>
            <a:off x="6584910" y="2026711"/>
            <a:ext cx="493720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       近年来，自动语音识别（</a:t>
            </a:r>
            <a:r>
              <a:rPr lang="en-US" altLang="zh-CN" sz="2400" dirty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ASR</a:t>
            </a:r>
            <a:r>
              <a:rPr lang="zh-CN" altLang="en-US" sz="2400" dirty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）领域在东方语言和方言处理上取得进展，但仍面临数据稀缺和复现性挑战。</a:t>
            </a:r>
            <a:r>
              <a:rPr lang="en-US" altLang="zh-CN" sz="2400" dirty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Dolphin</a:t>
            </a:r>
            <a:r>
              <a:rPr lang="zh-CN" altLang="en-US" sz="2400" dirty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模型基于</a:t>
            </a:r>
            <a:r>
              <a:rPr lang="en-US" altLang="zh-CN" sz="2400" dirty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Whisper</a:t>
            </a:r>
            <a:r>
              <a:rPr lang="zh-CN" altLang="en-US" sz="2400" dirty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架构优化，通过整合多源数据显著提升了</a:t>
            </a:r>
            <a:r>
              <a:rPr lang="en-US" altLang="zh-CN" sz="2400" dirty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40</a:t>
            </a:r>
            <a:r>
              <a:rPr lang="zh-CN" altLang="en-US" sz="2400" dirty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种东方语言和</a:t>
            </a:r>
            <a:r>
              <a:rPr lang="en-US" altLang="zh-CN" sz="2400" dirty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22</a:t>
            </a:r>
            <a:r>
              <a:rPr lang="zh-CN" altLang="en-US" sz="2400" dirty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种汉语方言的识别性能，并开源模型以推动社区研究。而本校的</a:t>
            </a:r>
            <a:r>
              <a:rPr lang="en-US" altLang="zh-CN" sz="2400" dirty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《</a:t>
            </a:r>
            <a:r>
              <a:rPr lang="zh-CN" altLang="en-US" sz="2400" dirty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方言语音存档与地理相似度分析系统</a:t>
            </a:r>
            <a:r>
              <a:rPr lang="en-US" altLang="zh-CN" sz="2400" dirty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》</a:t>
            </a:r>
            <a:r>
              <a:rPr lang="zh-CN" altLang="en-US" sz="2400" dirty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也在此方面针对地域进行分析收集。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819EA696-88AF-4543-869E-5AABF229A6DD}"/>
              </a:ext>
            </a:extLst>
          </p:cNvPr>
          <p:cNvSpPr/>
          <p:nvPr/>
        </p:nvSpPr>
        <p:spPr>
          <a:xfrm>
            <a:off x="6315075" y="1695450"/>
            <a:ext cx="5476876" cy="444817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6284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4F0835A-7C7C-8C78-F46B-C6BC3608E06B}"/>
              </a:ext>
            </a:extLst>
          </p:cNvPr>
          <p:cNvSpPr txBox="1"/>
          <p:nvPr/>
        </p:nvSpPr>
        <p:spPr>
          <a:xfrm>
            <a:off x="737118" y="2706771"/>
            <a:ext cx="1078661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bg1"/>
                </a:solidFill>
                <a:cs typeface="+mn-ea"/>
                <a:sym typeface="+mn-lt"/>
              </a:rPr>
              <a:t>文化符号的影响因素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CFFD35-F02F-684B-6046-7F83AC65F6B7}"/>
              </a:ext>
            </a:extLst>
          </p:cNvPr>
          <p:cNvSpPr txBox="1"/>
          <p:nvPr/>
        </p:nvSpPr>
        <p:spPr>
          <a:xfrm>
            <a:off x="4828335" y="2099511"/>
            <a:ext cx="2535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第三部分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C5362FE-CAD8-CF7F-8876-EFE9DDC88409}"/>
              </a:ext>
            </a:extLst>
          </p:cNvPr>
          <p:cNvSpPr txBox="1"/>
          <p:nvPr/>
        </p:nvSpPr>
        <p:spPr>
          <a:xfrm>
            <a:off x="607312" y="446612"/>
            <a:ext cx="24330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600" dirty="0">
                <a:solidFill>
                  <a:srgbClr val="055686"/>
                </a:solidFill>
                <a:cs typeface="+mn-ea"/>
                <a:sym typeface="+mn-lt"/>
              </a:rPr>
              <a:t>教会学成</a:t>
            </a:r>
            <a:r>
              <a:rPr lang="en-US" altLang="zh-CN" sz="1600" dirty="0">
                <a:solidFill>
                  <a:srgbClr val="055686"/>
                </a:solidFill>
                <a:cs typeface="+mn-ea"/>
                <a:sym typeface="+mn-lt"/>
              </a:rPr>
              <a:t>·</a:t>
            </a:r>
            <a:r>
              <a:rPr lang="zh-CN" altLang="en-US" sz="1600" dirty="0">
                <a:solidFill>
                  <a:srgbClr val="055686"/>
                </a:solidFill>
                <a:cs typeface="+mn-ea"/>
                <a:sym typeface="+mn-lt"/>
              </a:rPr>
              <a:t>守正有为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2A9132D-6EBE-7CCA-A230-2A68BDADAF54}"/>
              </a:ext>
            </a:extLst>
          </p:cNvPr>
          <p:cNvCxnSpPr>
            <a:stCxn id="23" idx="1"/>
          </p:cNvCxnSpPr>
          <p:nvPr/>
        </p:nvCxnSpPr>
        <p:spPr>
          <a:xfrm flipH="1" flipV="1">
            <a:off x="0" y="609600"/>
            <a:ext cx="607312" cy="6289"/>
          </a:xfrm>
          <a:prstGeom prst="line">
            <a:avLst/>
          </a:prstGeom>
          <a:ln w="22225" cap="rnd">
            <a:solidFill>
              <a:srgbClr val="055686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箭头: 燕尾形 25">
            <a:extLst>
              <a:ext uri="{FF2B5EF4-FFF2-40B4-BE49-F238E27FC236}">
                <a16:creationId xmlns:a16="http://schemas.microsoft.com/office/drawing/2014/main" id="{4E5F4FC2-3B88-C2F3-D3D8-75E604771C4B}"/>
              </a:ext>
            </a:extLst>
          </p:cNvPr>
          <p:cNvSpPr/>
          <p:nvPr/>
        </p:nvSpPr>
        <p:spPr>
          <a:xfrm>
            <a:off x="11691321" y="505821"/>
            <a:ext cx="142835" cy="207557"/>
          </a:xfrm>
          <a:prstGeom prst="notchedRightArrow">
            <a:avLst>
              <a:gd name="adj1" fmla="val 62903"/>
              <a:gd name="adj2" fmla="val 100000"/>
            </a:avLst>
          </a:prstGeom>
          <a:solidFill>
            <a:srgbClr val="055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箭头: 燕尾形 26">
            <a:extLst>
              <a:ext uri="{FF2B5EF4-FFF2-40B4-BE49-F238E27FC236}">
                <a16:creationId xmlns:a16="http://schemas.microsoft.com/office/drawing/2014/main" id="{8C2E359E-5A99-CA64-2F89-1015DE5AEA51}"/>
              </a:ext>
            </a:extLst>
          </p:cNvPr>
          <p:cNvSpPr/>
          <p:nvPr/>
        </p:nvSpPr>
        <p:spPr>
          <a:xfrm>
            <a:off x="11523728" y="505821"/>
            <a:ext cx="142835" cy="207557"/>
          </a:xfrm>
          <a:prstGeom prst="notchedRightArrow">
            <a:avLst>
              <a:gd name="adj1" fmla="val 62903"/>
              <a:gd name="adj2" fmla="val 100000"/>
            </a:avLst>
          </a:prstGeom>
          <a:solidFill>
            <a:srgbClr val="055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04007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1A21FE6-9384-6864-A3C1-CA257CC8EEB7}"/>
              </a:ext>
            </a:extLst>
          </p:cNvPr>
          <p:cNvSpPr txBox="1"/>
          <p:nvPr/>
        </p:nvSpPr>
        <p:spPr>
          <a:xfrm>
            <a:off x="566828" y="181793"/>
            <a:ext cx="56129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cs typeface="+mn-ea"/>
                <a:sym typeface="+mn-lt"/>
              </a:rPr>
              <a:t>三、文化符号的影响因素</a:t>
            </a:r>
          </a:p>
        </p:txBody>
      </p:sp>
      <p:sp>
        <p:nvSpPr>
          <p:cNvPr id="4" name="泪滴形 3">
            <a:extLst>
              <a:ext uri="{FF2B5EF4-FFF2-40B4-BE49-F238E27FC236}">
                <a16:creationId xmlns:a16="http://schemas.microsoft.com/office/drawing/2014/main" id="{07C5B6CE-BDD4-4DBF-71A9-07404E229A3E}"/>
              </a:ext>
            </a:extLst>
          </p:cNvPr>
          <p:cNvSpPr/>
          <p:nvPr/>
        </p:nvSpPr>
        <p:spPr>
          <a:xfrm>
            <a:off x="4160520" y="3726180"/>
            <a:ext cx="1889760" cy="1889760"/>
          </a:xfrm>
          <a:prstGeom prst="teardrop">
            <a:avLst/>
          </a:prstGeom>
          <a:solidFill>
            <a:srgbClr val="055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泪滴形 5">
            <a:extLst>
              <a:ext uri="{FF2B5EF4-FFF2-40B4-BE49-F238E27FC236}">
                <a16:creationId xmlns:a16="http://schemas.microsoft.com/office/drawing/2014/main" id="{5624D029-A108-4C4F-0559-EEECB0BFA9A1}"/>
              </a:ext>
            </a:extLst>
          </p:cNvPr>
          <p:cNvSpPr/>
          <p:nvPr/>
        </p:nvSpPr>
        <p:spPr>
          <a:xfrm rot="5400000">
            <a:off x="4160520" y="1652409"/>
            <a:ext cx="1889760" cy="1889760"/>
          </a:xfrm>
          <a:prstGeom prst="teardrop">
            <a:avLst/>
          </a:prstGeom>
          <a:solidFill>
            <a:srgbClr val="055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泪滴形 12">
            <a:extLst>
              <a:ext uri="{FF2B5EF4-FFF2-40B4-BE49-F238E27FC236}">
                <a16:creationId xmlns:a16="http://schemas.microsoft.com/office/drawing/2014/main" id="{4063FC82-C991-888A-08E7-F69A455D9E7D}"/>
              </a:ext>
            </a:extLst>
          </p:cNvPr>
          <p:cNvSpPr/>
          <p:nvPr/>
        </p:nvSpPr>
        <p:spPr>
          <a:xfrm flipH="1">
            <a:off x="6179820" y="3721477"/>
            <a:ext cx="1889760" cy="1889760"/>
          </a:xfrm>
          <a:prstGeom prst="teardrop">
            <a:avLst/>
          </a:prstGeom>
          <a:solidFill>
            <a:srgbClr val="055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泪滴形 14">
            <a:extLst>
              <a:ext uri="{FF2B5EF4-FFF2-40B4-BE49-F238E27FC236}">
                <a16:creationId xmlns:a16="http://schemas.microsoft.com/office/drawing/2014/main" id="{7C9CF095-555D-3F5B-FE1E-EBC16539DAAB}"/>
              </a:ext>
            </a:extLst>
          </p:cNvPr>
          <p:cNvSpPr/>
          <p:nvPr/>
        </p:nvSpPr>
        <p:spPr>
          <a:xfrm rot="16200000" flipH="1">
            <a:off x="6179820" y="1647706"/>
            <a:ext cx="1889760" cy="1889760"/>
          </a:xfrm>
          <a:prstGeom prst="teardrop">
            <a:avLst/>
          </a:prstGeom>
          <a:solidFill>
            <a:srgbClr val="055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3C1EFC7-054E-E768-251E-9A23F1ABF057}"/>
              </a:ext>
            </a:extLst>
          </p:cNvPr>
          <p:cNvSpPr txBox="1"/>
          <p:nvPr/>
        </p:nvSpPr>
        <p:spPr>
          <a:xfrm>
            <a:off x="4313873" y="2398514"/>
            <a:ext cx="1889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cs typeface="+mn-ea"/>
                <a:sym typeface="+mn-lt"/>
              </a:rPr>
              <a:t>历史传统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61B66D8-FE64-CDE5-1EFE-9E90B36FA0C9}"/>
              </a:ext>
            </a:extLst>
          </p:cNvPr>
          <p:cNvSpPr txBox="1"/>
          <p:nvPr/>
        </p:nvSpPr>
        <p:spPr>
          <a:xfrm>
            <a:off x="6290310" y="2398514"/>
            <a:ext cx="1611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cs typeface="+mn-ea"/>
                <a:sym typeface="+mn-lt"/>
              </a:rPr>
              <a:t>社会语境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0AE9ECF-630C-39DE-FF84-1424DFDD69D4}"/>
              </a:ext>
            </a:extLst>
          </p:cNvPr>
          <p:cNvSpPr txBox="1"/>
          <p:nvPr/>
        </p:nvSpPr>
        <p:spPr>
          <a:xfrm>
            <a:off x="4313873" y="4356854"/>
            <a:ext cx="16554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cs typeface="+mn-ea"/>
                <a:sym typeface="+mn-lt"/>
              </a:rPr>
              <a:t>集体记忆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CF6D53D-AB27-D6A1-919B-1BA47EE19D83}"/>
              </a:ext>
            </a:extLst>
          </p:cNvPr>
          <p:cNvSpPr txBox="1"/>
          <p:nvPr/>
        </p:nvSpPr>
        <p:spPr>
          <a:xfrm>
            <a:off x="6290310" y="4356854"/>
            <a:ext cx="18198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cs typeface="+mn-ea"/>
                <a:sym typeface="+mn-lt"/>
              </a:rPr>
              <a:t>群体互动</a:t>
            </a: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35B555DF-6F1B-135B-5851-345DEDBA78AA}"/>
              </a:ext>
            </a:extLst>
          </p:cNvPr>
          <p:cNvGrpSpPr/>
          <p:nvPr/>
        </p:nvGrpSpPr>
        <p:grpSpPr>
          <a:xfrm>
            <a:off x="747508" y="1844117"/>
            <a:ext cx="3259659" cy="1200329"/>
            <a:chOff x="1081317" y="3987237"/>
            <a:chExt cx="3259659" cy="1200329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8335328-7236-7871-1581-57A260CDA3C1}"/>
                </a:ext>
              </a:extLst>
            </p:cNvPr>
            <p:cNvSpPr txBox="1"/>
            <p:nvPr/>
          </p:nvSpPr>
          <p:spPr>
            <a:xfrm>
              <a:off x="1311164" y="3987237"/>
              <a:ext cx="3029812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800" b="0" i="0" u="none" strike="noStrike" baseline="0" dirty="0">
                  <a:solidFill>
                    <a:srgbClr val="333333"/>
                  </a:solidFill>
                  <a:latin typeface="方正风雅宋简体" panose="02000000000000000000" pitchFamily="2" charset="-122"/>
                  <a:ea typeface="方正风雅宋简体" panose="02000000000000000000" pitchFamily="2" charset="-122"/>
                </a:rPr>
                <a:t>符号的含义往往源于历史事件、传说</a:t>
              </a:r>
              <a:r>
                <a:rPr lang="zh-CN" altLang="en-US" dirty="0">
                  <a:solidFill>
                    <a:srgbClr val="333333"/>
                  </a:solidFill>
                  <a:latin typeface="方正风雅宋简体" panose="02000000000000000000" pitchFamily="2" charset="-122"/>
                  <a:ea typeface="方正风雅宋简体" panose="02000000000000000000" pitchFamily="2" charset="-122"/>
                </a:rPr>
                <a:t>等</a:t>
              </a:r>
              <a:r>
                <a:rPr lang="zh-CN" altLang="en-US" sz="1800" b="0" i="0" u="none" strike="noStrike" baseline="0" dirty="0">
                  <a:solidFill>
                    <a:srgbClr val="333333"/>
                  </a:solidFill>
                  <a:latin typeface="方正风雅宋简体" panose="02000000000000000000" pitchFamily="2" charset="-122"/>
                  <a:ea typeface="方正风雅宋简体" panose="02000000000000000000" pitchFamily="2" charset="-122"/>
                </a:rPr>
                <a:t>。例如，龙在中国文化中象征权力和吉祥，根植于古代神话和皇权崇拜。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风雅宋简体" panose="02000000000000000000" pitchFamily="2" charset="-122"/>
                <a:ea typeface="方正风雅宋简体" panose="02000000000000000000" pitchFamily="2" charset="-122"/>
                <a:cs typeface="+mn-ea"/>
                <a:sym typeface="+mn-lt"/>
              </a:endParaRPr>
            </a:p>
          </p:txBody>
        </p: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1B34EFC9-BB52-ACC8-8E2F-880C05F36800}"/>
                </a:ext>
              </a:extLst>
            </p:cNvPr>
            <p:cNvGrpSpPr/>
            <p:nvPr/>
          </p:nvGrpSpPr>
          <p:grpSpPr>
            <a:xfrm>
              <a:off x="1081317" y="4067386"/>
              <a:ext cx="189230" cy="189230"/>
              <a:chOff x="1056640" y="4053839"/>
              <a:chExt cx="269407" cy="269407"/>
            </a:xfrm>
          </p:grpSpPr>
          <p:sp>
            <p:nvSpPr>
              <p:cNvPr id="47" name="椭圆 46">
                <a:extLst>
                  <a:ext uri="{FF2B5EF4-FFF2-40B4-BE49-F238E27FC236}">
                    <a16:creationId xmlns:a16="http://schemas.microsoft.com/office/drawing/2014/main" id="{E4356988-5F34-D968-5ACB-0B77A64F7D6F}"/>
                  </a:ext>
                </a:extLst>
              </p:cNvPr>
              <p:cNvSpPr/>
              <p:nvPr/>
            </p:nvSpPr>
            <p:spPr>
              <a:xfrm>
                <a:off x="1056640" y="4053839"/>
                <a:ext cx="269407" cy="269407"/>
              </a:xfrm>
              <a:prstGeom prst="ellipse">
                <a:avLst/>
              </a:prstGeom>
              <a:gradFill>
                <a:gsLst>
                  <a:gs pos="0">
                    <a:srgbClr val="055686"/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8" name="箭头: V 形 47">
                <a:extLst>
                  <a:ext uri="{FF2B5EF4-FFF2-40B4-BE49-F238E27FC236}">
                    <a16:creationId xmlns:a16="http://schemas.microsoft.com/office/drawing/2014/main" id="{47F1984F-625B-2ECE-BB07-724166DC87EC}"/>
                  </a:ext>
                </a:extLst>
              </p:cNvPr>
              <p:cNvSpPr/>
              <p:nvPr/>
            </p:nvSpPr>
            <p:spPr>
              <a:xfrm>
                <a:off x="1135194" y="4092042"/>
                <a:ext cx="112732" cy="192999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3E363DE-C3DB-B59A-48EB-E770247995EA}"/>
              </a:ext>
            </a:extLst>
          </p:cNvPr>
          <p:cNvGrpSpPr/>
          <p:nvPr/>
        </p:nvGrpSpPr>
        <p:grpSpPr>
          <a:xfrm>
            <a:off x="747508" y="4044634"/>
            <a:ext cx="3259659" cy="1200329"/>
            <a:chOff x="1081317" y="3987237"/>
            <a:chExt cx="3259659" cy="1200329"/>
          </a:xfrm>
        </p:grpSpPr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69FC66BC-9987-DB72-E1C9-01DF3275729D}"/>
                </a:ext>
              </a:extLst>
            </p:cNvPr>
            <p:cNvSpPr txBox="1"/>
            <p:nvPr/>
          </p:nvSpPr>
          <p:spPr>
            <a:xfrm>
              <a:off x="1311164" y="3987237"/>
              <a:ext cx="3029812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800" b="0" i="0" u="none" strike="noStrike" baseline="0" dirty="0">
                  <a:solidFill>
                    <a:srgbClr val="333333"/>
                  </a:solidFill>
                  <a:latin typeface="方正风雅宋简体" panose="02000000000000000000" pitchFamily="2" charset="-122"/>
                  <a:ea typeface="方正风雅宋简体" panose="02000000000000000000" pitchFamily="2" charset="-122"/>
                </a:rPr>
                <a:t>群体共享的经历塑造符号的意义。例如，和平鸽因二战后被用作和平象征，承载了全球对和平的集体渴望。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风雅宋简体" panose="02000000000000000000" pitchFamily="2" charset="-122"/>
                <a:ea typeface="方正风雅宋简体" panose="02000000000000000000" pitchFamily="2" charset="-122"/>
                <a:cs typeface="+mn-ea"/>
                <a:sym typeface="+mn-lt"/>
              </a:endParaRPr>
            </a:p>
          </p:txBody>
        </p: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A6C86357-1B02-36EB-EFA6-0D2B99D77B04}"/>
                </a:ext>
              </a:extLst>
            </p:cNvPr>
            <p:cNvGrpSpPr/>
            <p:nvPr/>
          </p:nvGrpSpPr>
          <p:grpSpPr>
            <a:xfrm>
              <a:off x="1081317" y="4067386"/>
              <a:ext cx="189230" cy="189230"/>
              <a:chOff x="1056640" y="4053839"/>
              <a:chExt cx="269407" cy="269407"/>
            </a:xfrm>
          </p:grpSpPr>
          <p:sp>
            <p:nvSpPr>
              <p:cNvPr id="52" name="椭圆 51">
                <a:extLst>
                  <a:ext uri="{FF2B5EF4-FFF2-40B4-BE49-F238E27FC236}">
                    <a16:creationId xmlns:a16="http://schemas.microsoft.com/office/drawing/2014/main" id="{A2079292-E569-61A1-582F-35D5DA3F8DE4}"/>
                  </a:ext>
                </a:extLst>
              </p:cNvPr>
              <p:cNvSpPr/>
              <p:nvPr/>
            </p:nvSpPr>
            <p:spPr>
              <a:xfrm>
                <a:off x="1056640" y="4053839"/>
                <a:ext cx="269407" cy="269407"/>
              </a:xfrm>
              <a:prstGeom prst="ellipse">
                <a:avLst/>
              </a:prstGeom>
              <a:gradFill>
                <a:gsLst>
                  <a:gs pos="0">
                    <a:srgbClr val="055686"/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箭头: V 形 52">
                <a:extLst>
                  <a:ext uri="{FF2B5EF4-FFF2-40B4-BE49-F238E27FC236}">
                    <a16:creationId xmlns:a16="http://schemas.microsoft.com/office/drawing/2014/main" id="{D604FBF6-FF24-1C33-2EA6-BA5AD5FE1FBD}"/>
                  </a:ext>
                </a:extLst>
              </p:cNvPr>
              <p:cNvSpPr/>
              <p:nvPr/>
            </p:nvSpPr>
            <p:spPr>
              <a:xfrm>
                <a:off x="1135194" y="4092042"/>
                <a:ext cx="112732" cy="192999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1FA72375-9DD2-5E5A-F27D-BB4BD3384F81}"/>
              </a:ext>
            </a:extLst>
          </p:cNvPr>
          <p:cNvGrpSpPr/>
          <p:nvPr/>
        </p:nvGrpSpPr>
        <p:grpSpPr>
          <a:xfrm>
            <a:off x="8319135" y="1844117"/>
            <a:ext cx="3259659" cy="1200329"/>
            <a:chOff x="1081317" y="3987237"/>
            <a:chExt cx="3259659" cy="1200329"/>
          </a:xfrm>
        </p:grpSpPr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1649CB92-FD46-1F0D-C281-DBCE2B947701}"/>
                </a:ext>
              </a:extLst>
            </p:cNvPr>
            <p:cNvSpPr txBox="1"/>
            <p:nvPr/>
          </p:nvSpPr>
          <p:spPr>
            <a:xfrm>
              <a:off x="1311164" y="3987237"/>
              <a:ext cx="3029812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800" b="0" i="0" u="none" strike="noStrike" baseline="0" dirty="0">
                  <a:solidFill>
                    <a:srgbClr val="333333"/>
                  </a:solidFill>
                  <a:latin typeface="方正风雅宋简体" panose="02000000000000000000" pitchFamily="2" charset="-122"/>
                  <a:ea typeface="方正风雅宋简体" panose="02000000000000000000" pitchFamily="2" charset="-122"/>
                </a:rPr>
                <a:t>符号的意义受特定文化价值观、信仰和规范的影响。同一符号在不同文化中可能有截然不同的含义</a:t>
              </a:r>
              <a:r>
                <a:rPr lang="zh-CN" altLang="en-US" sz="1800" b="0" i="0" u="none" strike="noStrike" baseline="0" dirty="0">
                  <a:solidFill>
                    <a:srgbClr val="333333"/>
                  </a:solidFill>
                  <a:latin typeface="MicrosoftYaHei"/>
                </a:rPr>
                <a:t>。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3A6AC3F4-D959-462A-8D65-EF02FD500A6F}"/>
                </a:ext>
              </a:extLst>
            </p:cNvPr>
            <p:cNvGrpSpPr/>
            <p:nvPr/>
          </p:nvGrpSpPr>
          <p:grpSpPr>
            <a:xfrm>
              <a:off x="1081317" y="4067386"/>
              <a:ext cx="189230" cy="189230"/>
              <a:chOff x="1056640" y="4053839"/>
              <a:chExt cx="269407" cy="269407"/>
            </a:xfrm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5A16F079-D4E4-2C47-62C1-9563152EEDFF}"/>
                  </a:ext>
                </a:extLst>
              </p:cNvPr>
              <p:cNvSpPr/>
              <p:nvPr/>
            </p:nvSpPr>
            <p:spPr>
              <a:xfrm>
                <a:off x="1056640" y="4053839"/>
                <a:ext cx="269407" cy="269407"/>
              </a:xfrm>
              <a:prstGeom prst="ellipse">
                <a:avLst/>
              </a:prstGeom>
              <a:gradFill>
                <a:gsLst>
                  <a:gs pos="0">
                    <a:srgbClr val="055686"/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8" name="箭头: V 形 57">
                <a:extLst>
                  <a:ext uri="{FF2B5EF4-FFF2-40B4-BE49-F238E27FC236}">
                    <a16:creationId xmlns:a16="http://schemas.microsoft.com/office/drawing/2014/main" id="{B978434D-65F9-5065-5FC6-D5EAAC7A7B8D}"/>
                  </a:ext>
                </a:extLst>
              </p:cNvPr>
              <p:cNvSpPr/>
              <p:nvPr/>
            </p:nvSpPr>
            <p:spPr>
              <a:xfrm>
                <a:off x="1135194" y="4092042"/>
                <a:ext cx="112732" cy="192999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1034C84D-0E72-DF46-D869-435FAC6C144C}"/>
              </a:ext>
            </a:extLst>
          </p:cNvPr>
          <p:cNvGrpSpPr/>
          <p:nvPr/>
        </p:nvGrpSpPr>
        <p:grpSpPr>
          <a:xfrm>
            <a:off x="8319135" y="4044634"/>
            <a:ext cx="3259659" cy="1200329"/>
            <a:chOff x="1081317" y="3987237"/>
            <a:chExt cx="3259659" cy="1200329"/>
          </a:xfrm>
        </p:grpSpPr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0BAF6115-6093-803D-8797-ED5391DA80F7}"/>
                </a:ext>
              </a:extLst>
            </p:cNvPr>
            <p:cNvSpPr txBox="1"/>
            <p:nvPr/>
          </p:nvSpPr>
          <p:spPr>
            <a:xfrm>
              <a:off x="1311164" y="3987237"/>
              <a:ext cx="3029812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800" b="0" i="0" u="none" strike="noStrike" baseline="0" dirty="0">
                  <a:solidFill>
                    <a:srgbClr val="333333"/>
                  </a:solidFill>
                  <a:latin typeface="方正风雅宋简体" panose="02000000000000000000" pitchFamily="2" charset="-122"/>
                  <a:ea typeface="方正风雅宋简体" panose="02000000000000000000" pitchFamily="2" charset="-122"/>
                </a:rPr>
                <a:t>符号的意义通过社会互动不断被强化或重塑。例如，年轻一代可能通过社交媒体赋予传统符号新的次文化含义。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风雅宋简体" panose="02000000000000000000" pitchFamily="2" charset="-122"/>
                <a:ea typeface="方正风雅宋简体" panose="02000000000000000000" pitchFamily="2" charset="-122"/>
                <a:cs typeface="+mn-ea"/>
                <a:sym typeface="+mn-lt"/>
              </a:endParaRPr>
            </a:p>
          </p:txBody>
        </p: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84250652-0C20-A63F-CA9E-95782D7E8888}"/>
                </a:ext>
              </a:extLst>
            </p:cNvPr>
            <p:cNvGrpSpPr/>
            <p:nvPr/>
          </p:nvGrpSpPr>
          <p:grpSpPr>
            <a:xfrm>
              <a:off x="1081317" y="4067386"/>
              <a:ext cx="189230" cy="189230"/>
              <a:chOff x="1056640" y="4053839"/>
              <a:chExt cx="269407" cy="269407"/>
            </a:xfrm>
          </p:grpSpPr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C8E29C7A-E4DD-2F69-9142-BAEE6D2C7437}"/>
                  </a:ext>
                </a:extLst>
              </p:cNvPr>
              <p:cNvSpPr/>
              <p:nvPr/>
            </p:nvSpPr>
            <p:spPr>
              <a:xfrm>
                <a:off x="1056640" y="4053839"/>
                <a:ext cx="269407" cy="269407"/>
              </a:xfrm>
              <a:prstGeom prst="ellipse">
                <a:avLst/>
              </a:prstGeom>
              <a:gradFill>
                <a:gsLst>
                  <a:gs pos="0">
                    <a:srgbClr val="055686"/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3" name="箭头: V 形 62">
                <a:extLst>
                  <a:ext uri="{FF2B5EF4-FFF2-40B4-BE49-F238E27FC236}">
                    <a16:creationId xmlns:a16="http://schemas.microsoft.com/office/drawing/2014/main" id="{09AE8BD1-E416-D136-3EF7-F0A41D8BCFB0}"/>
                  </a:ext>
                </a:extLst>
              </p:cNvPr>
              <p:cNvSpPr/>
              <p:nvPr/>
            </p:nvSpPr>
            <p:spPr>
              <a:xfrm>
                <a:off x="1135194" y="4092042"/>
                <a:ext cx="112732" cy="192999"/>
              </a:xfrm>
              <a:prstGeom prst="chevron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59346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4F0835A-7C7C-8C78-F46B-C6BC3608E06B}"/>
              </a:ext>
            </a:extLst>
          </p:cNvPr>
          <p:cNvSpPr txBox="1"/>
          <p:nvPr/>
        </p:nvSpPr>
        <p:spPr>
          <a:xfrm>
            <a:off x="1855225" y="2706771"/>
            <a:ext cx="848155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bg1"/>
                </a:solidFill>
                <a:cs typeface="+mn-ea"/>
                <a:sym typeface="+mn-lt"/>
              </a:rPr>
              <a:t>目标对象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CFFD35-F02F-684B-6046-7F83AC65F6B7}"/>
              </a:ext>
            </a:extLst>
          </p:cNvPr>
          <p:cNvSpPr txBox="1"/>
          <p:nvPr/>
        </p:nvSpPr>
        <p:spPr>
          <a:xfrm>
            <a:off x="4828335" y="2099511"/>
            <a:ext cx="2535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第四部分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C5362FE-CAD8-CF7F-8876-EFE9DDC88409}"/>
              </a:ext>
            </a:extLst>
          </p:cNvPr>
          <p:cNvSpPr txBox="1"/>
          <p:nvPr/>
        </p:nvSpPr>
        <p:spPr>
          <a:xfrm>
            <a:off x="607312" y="446612"/>
            <a:ext cx="24330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600" dirty="0">
                <a:solidFill>
                  <a:srgbClr val="055686"/>
                </a:solidFill>
                <a:cs typeface="+mn-ea"/>
                <a:sym typeface="+mn-lt"/>
              </a:rPr>
              <a:t>教会学成</a:t>
            </a:r>
            <a:r>
              <a:rPr lang="en-US" altLang="zh-CN" sz="1600" dirty="0">
                <a:solidFill>
                  <a:srgbClr val="055686"/>
                </a:solidFill>
                <a:cs typeface="+mn-ea"/>
                <a:sym typeface="+mn-lt"/>
              </a:rPr>
              <a:t>·</a:t>
            </a:r>
            <a:r>
              <a:rPr lang="zh-CN" altLang="en-US" sz="1600" dirty="0">
                <a:solidFill>
                  <a:srgbClr val="055686"/>
                </a:solidFill>
                <a:cs typeface="+mn-ea"/>
                <a:sym typeface="+mn-lt"/>
              </a:rPr>
              <a:t>守正有为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2A9132D-6EBE-7CCA-A230-2A68BDADAF54}"/>
              </a:ext>
            </a:extLst>
          </p:cNvPr>
          <p:cNvCxnSpPr>
            <a:stCxn id="23" idx="1"/>
          </p:cNvCxnSpPr>
          <p:nvPr/>
        </p:nvCxnSpPr>
        <p:spPr>
          <a:xfrm flipH="1" flipV="1">
            <a:off x="0" y="609600"/>
            <a:ext cx="607312" cy="6289"/>
          </a:xfrm>
          <a:prstGeom prst="line">
            <a:avLst/>
          </a:prstGeom>
          <a:ln w="22225" cap="rnd">
            <a:solidFill>
              <a:srgbClr val="055686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箭头: 燕尾形 25">
            <a:extLst>
              <a:ext uri="{FF2B5EF4-FFF2-40B4-BE49-F238E27FC236}">
                <a16:creationId xmlns:a16="http://schemas.microsoft.com/office/drawing/2014/main" id="{4E5F4FC2-3B88-C2F3-D3D8-75E604771C4B}"/>
              </a:ext>
            </a:extLst>
          </p:cNvPr>
          <p:cNvSpPr/>
          <p:nvPr/>
        </p:nvSpPr>
        <p:spPr>
          <a:xfrm>
            <a:off x="11691321" y="505821"/>
            <a:ext cx="142835" cy="207557"/>
          </a:xfrm>
          <a:prstGeom prst="notchedRightArrow">
            <a:avLst>
              <a:gd name="adj1" fmla="val 62903"/>
              <a:gd name="adj2" fmla="val 100000"/>
            </a:avLst>
          </a:prstGeom>
          <a:solidFill>
            <a:srgbClr val="055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箭头: 燕尾形 26">
            <a:extLst>
              <a:ext uri="{FF2B5EF4-FFF2-40B4-BE49-F238E27FC236}">
                <a16:creationId xmlns:a16="http://schemas.microsoft.com/office/drawing/2014/main" id="{8C2E359E-5A99-CA64-2F89-1015DE5AEA51}"/>
              </a:ext>
            </a:extLst>
          </p:cNvPr>
          <p:cNvSpPr/>
          <p:nvPr/>
        </p:nvSpPr>
        <p:spPr>
          <a:xfrm>
            <a:off x="11523728" y="505821"/>
            <a:ext cx="142835" cy="207557"/>
          </a:xfrm>
          <a:prstGeom prst="notchedRightArrow">
            <a:avLst>
              <a:gd name="adj1" fmla="val 62903"/>
              <a:gd name="adj2" fmla="val 100000"/>
            </a:avLst>
          </a:prstGeom>
          <a:solidFill>
            <a:srgbClr val="055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38124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1A21FE6-9384-6864-A3C1-CA257CC8EEB7}"/>
              </a:ext>
            </a:extLst>
          </p:cNvPr>
          <p:cNvSpPr txBox="1"/>
          <p:nvPr/>
        </p:nvSpPr>
        <p:spPr>
          <a:xfrm>
            <a:off x="526651" y="181793"/>
            <a:ext cx="53416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cs typeface="+mn-ea"/>
                <a:sym typeface="+mn-lt"/>
              </a:rPr>
              <a:t>四、目标对象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B7ADD85-4FFD-9E20-8457-DEE384B667AF}"/>
              </a:ext>
            </a:extLst>
          </p:cNvPr>
          <p:cNvSpPr/>
          <p:nvPr/>
        </p:nvSpPr>
        <p:spPr>
          <a:xfrm>
            <a:off x="746760" y="1424940"/>
            <a:ext cx="10675620" cy="2164080"/>
          </a:xfrm>
          <a:prstGeom prst="rect">
            <a:avLst/>
          </a:prstGeom>
          <a:noFill/>
          <a:ln>
            <a:solidFill>
              <a:srgbClr val="0556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箭头: 五边形 6">
            <a:extLst>
              <a:ext uri="{FF2B5EF4-FFF2-40B4-BE49-F238E27FC236}">
                <a16:creationId xmlns:a16="http://schemas.microsoft.com/office/drawing/2014/main" id="{01F6CAE2-1C1B-AFE4-DEF8-41D1F2F7D2D9}"/>
              </a:ext>
            </a:extLst>
          </p:cNvPr>
          <p:cNvSpPr/>
          <p:nvPr/>
        </p:nvSpPr>
        <p:spPr>
          <a:xfrm>
            <a:off x="746760" y="1607820"/>
            <a:ext cx="7574280" cy="541020"/>
          </a:xfrm>
          <a:prstGeom prst="homePlate">
            <a:avLst/>
          </a:prstGeom>
          <a:solidFill>
            <a:srgbClr val="055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8446BBF-9F1B-BC03-FDC3-D1810C90B4FB}"/>
              </a:ext>
            </a:extLst>
          </p:cNvPr>
          <p:cNvSpPr txBox="1"/>
          <p:nvPr/>
        </p:nvSpPr>
        <p:spPr>
          <a:xfrm>
            <a:off x="1272540" y="1631572"/>
            <a:ext cx="5699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研究者和语言学家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76542F0-5D2E-06D4-B4D6-9C8255B9B8EE}"/>
              </a:ext>
            </a:extLst>
          </p:cNvPr>
          <p:cNvSpPr/>
          <p:nvPr/>
        </p:nvSpPr>
        <p:spPr>
          <a:xfrm>
            <a:off x="746760" y="3841387"/>
            <a:ext cx="10675620" cy="2164080"/>
          </a:xfrm>
          <a:prstGeom prst="rect">
            <a:avLst/>
          </a:prstGeom>
          <a:noFill/>
          <a:ln>
            <a:solidFill>
              <a:srgbClr val="0556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箭头: 五边形 13">
            <a:extLst>
              <a:ext uri="{FF2B5EF4-FFF2-40B4-BE49-F238E27FC236}">
                <a16:creationId xmlns:a16="http://schemas.microsoft.com/office/drawing/2014/main" id="{6B6D3B5D-4243-62BC-8131-26348A510D3F}"/>
              </a:ext>
            </a:extLst>
          </p:cNvPr>
          <p:cNvSpPr/>
          <p:nvPr/>
        </p:nvSpPr>
        <p:spPr>
          <a:xfrm>
            <a:off x="746760" y="4024267"/>
            <a:ext cx="7574280" cy="541020"/>
          </a:xfrm>
          <a:prstGeom prst="homePlate">
            <a:avLst/>
          </a:prstGeom>
          <a:solidFill>
            <a:srgbClr val="055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7DA1255-5B95-0EEB-3431-D40C225A3A3E}"/>
              </a:ext>
            </a:extLst>
          </p:cNvPr>
          <p:cNvSpPr txBox="1"/>
          <p:nvPr/>
        </p:nvSpPr>
        <p:spPr>
          <a:xfrm>
            <a:off x="1272540" y="4086119"/>
            <a:ext cx="614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普通用户和文化保护者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977E220-285C-BBEA-5852-6EAFD0533731}"/>
              </a:ext>
            </a:extLst>
          </p:cNvPr>
          <p:cNvSpPr txBox="1"/>
          <p:nvPr/>
        </p:nvSpPr>
        <p:spPr>
          <a:xfrm>
            <a:off x="1009650" y="4727932"/>
            <a:ext cx="10149840" cy="1153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寻求方言输入法、语言助手及存档教育工具</a:t>
            </a:r>
            <a:endParaRPr lang="en-US" altLang="zh-CN" sz="2400" dirty="0">
              <a:latin typeface="方正风雅宋简体" panose="02000000000000000000" pitchFamily="2" charset="-122"/>
              <a:ea typeface="方正风雅宋简体" panose="02000000000000000000" pitchFamily="2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风雅宋简体" panose="02000000000000000000" pitchFamily="2" charset="-122"/>
                <a:ea typeface="方正风雅宋简体" panose="02000000000000000000" pitchFamily="2" charset="-122"/>
                <a:cs typeface="+mn-ea"/>
                <a:sym typeface="+mn-lt"/>
              </a:rPr>
              <a:t>注重用户友好性和文化传承</a:t>
            </a:r>
            <a:endParaRPr lang="en-US" altLang="zh-CN" sz="2400" dirty="0">
              <a:latin typeface="方正风雅宋简体" panose="02000000000000000000" pitchFamily="2" charset="-122"/>
              <a:ea typeface="方正风雅宋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0E3B1DE-F085-4EC7-AC3C-A76AE2C0DB02}"/>
              </a:ext>
            </a:extLst>
          </p:cNvPr>
          <p:cNvSpPr txBox="1"/>
          <p:nvPr/>
        </p:nvSpPr>
        <p:spPr>
          <a:xfrm>
            <a:off x="1021080" y="2274040"/>
            <a:ext cx="10149840" cy="1153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需要语料库查询和语言分析工具</a:t>
            </a:r>
            <a:endParaRPr lang="en-US" altLang="zh-CN" sz="2400" dirty="0">
              <a:latin typeface="方正风雅宋简体" panose="02000000000000000000" pitchFamily="2" charset="-122"/>
              <a:ea typeface="方正风雅宋简体" panose="02000000000000000000" pitchFamily="2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支持详细转写和数据管理</a:t>
            </a:r>
            <a:endParaRPr lang="en-US" altLang="zh-CN" sz="2400" dirty="0">
              <a:latin typeface="方正风雅宋简体" panose="02000000000000000000" pitchFamily="2" charset="-122"/>
              <a:ea typeface="方正风雅宋简体" panose="02000000000000000000" pitchFamily="2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78144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4F0835A-7C7C-8C78-F46B-C6BC3608E06B}"/>
              </a:ext>
            </a:extLst>
          </p:cNvPr>
          <p:cNvSpPr txBox="1"/>
          <p:nvPr/>
        </p:nvSpPr>
        <p:spPr>
          <a:xfrm>
            <a:off x="1855225" y="2706771"/>
            <a:ext cx="848155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bg1"/>
                </a:solidFill>
                <a:cs typeface="+mn-ea"/>
                <a:sym typeface="+mn-lt"/>
              </a:rPr>
              <a:t>数据采集阶段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CFFD35-F02F-684B-6046-7F83AC65F6B7}"/>
              </a:ext>
            </a:extLst>
          </p:cNvPr>
          <p:cNvSpPr txBox="1"/>
          <p:nvPr/>
        </p:nvSpPr>
        <p:spPr>
          <a:xfrm>
            <a:off x="4828335" y="2099511"/>
            <a:ext cx="2535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第五部分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C5362FE-CAD8-CF7F-8876-EFE9DDC88409}"/>
              </a:ext>
            </a:extLst>
          </p:cNvPr>
          <p:cNvSpPr txBox="1"/>
          <p:nvPr/>
        </p:nvSpPr>
        <p:spPr>
          <a:xfrm>
            <a:off x="607312" y="446612"/>
            <a:ext cx="24330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600" dirty="0">
                <a:solidFill>
                  <a:srgbClr val="055686"/>
                </a:solidFill>
                <a:cs typeface="+mn-ea"/>
                <a:sym typeface="+mn-lt"/>
              </a:rPr>
              <a:t>教会学成</a:t>
            </a:r>
            <a:r>
              <a:rPr lang="en-US" altLang="zh-CN" sz="1600" dirty="0">
                <a:solidFill>
                  <a:srgbClr val="055686"/>
                </a:solidFill>
                <a:cs typeface="+mn-ea"/>
                <a:sym typeface="+mn-lt"/>
              </a:rPr>
              <a:t>·</a:t>
            </a:r>
            <a:r>
              <a:rPr lang="zh-CN" altLang="en-US" sz="1600" dirty="0">
                <a:solidFill>
                  <a:srgbClr val="055686"/>
                </a:solidFill>
                <a:cs typeface="+mn-ea"/>
                <a:sym typeface="+mn-lt"/>
              </a:rPr>
              <a:t>守正有为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2A9132D-6EBE-7CCA-A230-2A68BDADAF54}"/>
              </a:ext>
            </a:extLst>
          </p:cNvPr>
          <p:cNvCxnSpPr>
            <a:stCxn id="23" idx="1"/>
          </p:cNvCxnSpPr>
          <p:nvPr/>
        </p:nvCxnSpPr>
        <p:spPr>
          <a:xfrm flipH="1" flipV="1">
            <a:off x="0" y="609600"/>
            <a:ext cx="607312" cy="6289"/>
          </a:xfrm>
          <a:prstGeom prst="line">
            <a:avLst/>
          </a:prstGeom>
          <a:ln w="22225" cap="rnd">
            <a:solidFill>
              <a:srgbClr val="055686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箭头: 燕尾形 25">
            <a:extLst>
              <a:ext uri="{FF2B5EF4-FFF2-40B4-BE49-F238E27FC236}">
                <a16:creationId xmlns:a16="http://schemas.microsoft.com/office/drawing/2014/main" id="{4E5F4FC2-3B88-C2F3-D3D8-75E604771C4B}"/>
              </a:ext>
            </a:extLst>
          </p:cNvPr>
          <p:cNvSpPr/>
          <p:nvPr/>
        </p:nvSpPr>
        <p:spPr>
          <a:xfrm>
            <a:off x="11691321" y="505821"/>
            <a:ext cx="142835" cy="207557"/>
          </a:xfrm>
          <a:prstGeom prst="notchedRightArrow">
            <a:avLst>
              <a:gd name="adj1" fmla="val 62903"/>
              <a:gd name="adj2" fmla="val 100000"/>
            </a:avLst>
          </a:prstGeom>
          <a:solidFill>
            <a:srgbClr val="055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箭头: 燕尾形 26">
            <a:extLst>
              <a:ext uri="{FF2B5EF4-FFF2-40B4-BE49-F238E27FC236}">
                <a16:creationId xmlns:a16="http://schemas.microsoft.com/office/drawing/2014/main" id="{8C2E359E-5A99-CA64-2F89-1015DE5AEA51}"/>
              </a:ext>
            </a:extLst>
          </p:cNvPr>
          <p:cNvSpPr/>
          <p:nvPr/>
        </p:nvSpPr>
        <p:spPr>
          <a:xfrm>
            <a:off x="11523728" y="505821"/>
            <a:ext cx="142835" cy="207557"/>
          </a:xfrm>
          <a:prstGeom prst="notchedRightArrow">
            <a:avLst>
              <a:gd name="adj1" fmla="val 62903"/>
              <a:gd name="adj2" fmla="val 100000"/>
            </a:avLst>
          </a:prstGeom>
          <a:solidFill>
            <a:srgbClr val="055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991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1A21FE6-9384-6864-A3C1-CA257CC8EEB7}"/>
              </a:ext>
            </a:extLst>
          </p:cNvPr>
          <p:cNvSpPr txBox="1"/>
          <p:nvPr/>
        </p:nvSpPr>
        <p:spPr>
          <a:xfrm>
            <a:off x="526651" y="181793"/>
            <a:ext cx="53416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cs typeface="+mn-ea"/>
                <a:sym typeface="+mn-lt"/>
              </a:rPr>
              <a:t>五、数据采集阶段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1C0CE5B-9215-4F7E-8AC8-34FA0B39B474}"/>
              </a:ext>
            </a:extLst>
          </p:cNvPr>
          <p:cNvSpPr txBox="1"/>
          <p:nvPr/>
        </p:nvSpPr>
        <p:spPr>
          <a:xfrm>
            <a:off x="458865" y="5014213"/>
            <a:ext cx="108188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方言数据采集遵循系统化流程，涵盖目标规划、试点测试、多模态采集与元数据记录，通过严格的质量控制（实时检查与标注核查）形成高质量标注数据集，最终输出标准化方言语料库以支撑分析研究。</a:t>
            </a:r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5DB3AB39-D766-595C-2863-06F02D967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1621" y="2357013"/>
            <a:ext cx="8533300" cy="214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522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4F0835A-7C7C-8C78-F46B-C6BC3608E06B}"/>
              </a:ext>
            </a:extLst>
          </p:cNvPr>
          <p:cNvSpPr txBox="1"/>
          <p:nvPr/>
        </p:nvSpPr>
        <p:spPr>
          <a:xfrm>
            <a:off x="1855225" y="2706771"/>
            <a:ext cx="848155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bg1"/>
                </a:solidFill>
                <a:cs typeface="+mn-ea"/>
                <a:sym typeface="+mn-lt"/>
              </a:rPr>
              <a:t>模型训练阶段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CFFD35-F02F-684B-6046-7F83AC65F6B7}"/>
              </a:ext>
            </a:extLst>
          </p:cNvPr>
          <p:cNvSpPr txBox="1"/>
          <p:nvPr/>
        </p:nvSpPr>
        <p:spPr>
          <a:xfrm>
            <a:off x="4828335" y="2099511"/>
            <a:ext cx="2535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第六部分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C5362FE-CAD8-CF7F-8876-EFE9DDC88409}"/>
              </a:ext>
            </a:extLst>
          </p:cNvPr>
          <p:cNvSpPr txBox="1"/>
          <p:nvPr/>
        </p:nvSpPr>
        <p:spPr>
          <a:xfrm>
            <a:off x="607312" y="446612"/>
            <a:ext cx="24330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600" dirty="0">
                <a:solidFill>
                  <a:srgbClr val="055686"/>
                </a:solidFill>
                <a:cs typeface="+mn-ea"/>
                <a:sym typeface="+mn-lt"/>
              </a:rPr>
              <a:t>教会学成</a:t>
            </a:r>
            <a:r>
              <a:rPr lang="en-US" altLang="zh-CN" sz="1600" dirty="0">
                <a:solidFill>
                  <a:srgbClr val="055686"/>
                </a:solidFill>
                <a:cs typeface="+mn-ea"/>
                <a:sym typeface="+mn-lt"/>
              </a:rPr>
              <a:t>·</a:t>
            </a:r>
            <a:r>
              <a:rPr lang="zh-CN" altLang="en-US" sz="1600" dirty="0">
                <a:solidFill>
                  <a:srgbClr val="055686"/>
                </a:solidFill>
                <a:cs typeface="+mn-ea"/>
                <a:sym typeface="+mn-lt"/>
              </a:rPr>
              <a:t>守正有为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2A9132D-6EBE-7CCA-A230-2A68BDADAF54}"/>
              </a:ext>
            </a:extLst>
          </p:cNvPr>
          <p:cNvCxnSpPr>
            <a:stCxn id="23" idx="1"/>
          </p:cNvCxnSpPr>
          <p:nvPr/>
        </p:nvCxnSpPr>
        <p:spPr>
          <a:xfrm flipH="1" flipV="1">
            <a:off x="0" y="609600"/>
            <a:ext cx="607312" cy="6289"/>
          </a:xfrm>
          <a:prstGeom prst="line">
            <a:avLst/>
          </a:prstGeom>
          <a:ln w="22225" cap="rnd">
            <a:solidFill>
              <a:srgbClr val="055686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箭头: 燕尾形 25">
            <a:extLst>
              <a:ext uri="{FF2B5EF4-FFF2-40B4-BE49-F238E27FC236}">
                <a16:creationId xmlns:a16="http://schemas.microsoft.com/office/drawing/2014/main" id="{4E5F4FC2-3B88-C2F3-D3D8-75E604771C4B}"/>
              </a:ext>
            </a:extLst>
          </p:cNvPr>
          <p:cNvSpPr/>
          <p:nvPr/>
        </p:nvSpPr>
        <p:spPr>
          <a:xfrm>
            <a:off x="11691321" y="505821"/>
            <a:ext cx="142835" cy="207557"/>
          </a:xfrm>
          <a:prstGeom prst="notchedRightArrow">
            <a:avLst>
              <a:gd name="adj1" fmla="val 62903"/>
              <a:gd name="adj2" fmla="val 100000"/>
            </a:avLst>
          </a:prstGeom>
          <a:solidFill>
            <a:srgbClr val="055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箭头: 燕尾形 26">
            <a:extLst>
              <a:ext uri="{FF2B5EF4-FFF2-40B4-BE49-F238E27FC236}">
                <a16:creationId xmlns:a16="http://schemas.microsoft.com/office/drawing/2014/main" id="{8C2E359E-5A99-CA64-2F89-1015DE5AEA51}"/>
              </a:ext>
            </a:extLst>
          </p:cNvPr>
          <p:cNvSpPr/>
          <p:nvPr/>
        </p:nvSpPr>
        <p:spPr>
          <a:xfrm>
            <a:off x="11523728" y="505821"/>
            <a:ext cx="142835" cy="207557"/>
          </a:xfrm>
          <a:prstGeom prst="notchedRightArrow">
            <a:avLst>
              <a:gd name="adj1" fmla="val 62903"/>
              <a:gd name="adj2" fmla="val 100000"/>
            </a:avLst>
          </a:prstGeom>
          <a:solidFill>
            <a:srgbClr val="055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31462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1A21FE6-9384-6864-A3C1-CA257CC8EEB7}"/>
              </a:ext>
            </a:extLst>
          </p:cNvPr>
          <p:cNvSpPr txBox="1"/>
          <p:nvPr/>
        </p:nvSpPr>
        <p:spPr>
          <a:xfrm>
            <a:off x="526651" y="181793"/>
            <a:ext cx="53416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cs typeface="+mn-ea"/>
                <a:sym typeface="+mn-lt"/>
              </a:rPr>
              <a:t>六、模型训练阶段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1C0CE5B-9215-4F7E-8AC8-34FA0B39B474}"/>
              </a:ext>
            </a:extLst>
          </p:cNvPr>
          <p:cNvSpPr txBox="1"/>
          <p:nvPr/>
        </p:nvSpPr>
        <p:spPr>
          <a:xfrm>
            <a:off x="325464" y="4965350"/>
            <a:ext cx="1154106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方言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ASR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模型训练遵循多阶段系统化流程：从数据预处理（数据清洗、特征提取与增强），到模型架构设计（集成方言语言模型）与超参数调优，通过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CTC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损失函数与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GPU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加速完成训练，最终基于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WER/CER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指标评估优化，输出可部署的高效方言识别模型，支持转写与应用开发。</a:t>
            </a:r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FA79F4DE-C8EB-4CE0-8BBA-35B78780B4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059" y="2519835"/>
            <a:ext cx="11405881" cy="1818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331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4F0835A-7C7C-8C78-F46B-C6BC3608E06B}"/>
              </a:ext>
            </a:extLst>
          </p:cNvPr>
          <p:cNvSpPr txBox="1"/>
          <p:nvPr/>
        </p:nvSpPr>
        <p:spPr>
          <a:xfrm>
            <a:off x="1855225" y="2706771"/>
            <a:ext cx="848155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bg1"/>
                </a:solidFill>
                <a:cs typeface="+mn-ea"/>
                <a:sym typeface="+mn-lt"/>
              </a:rPr>
              <a:t>软件实施阶段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CFFD35-F02F-684B-6046-7F83AC65F6B7}"/>
              </a:ext>
            </a:extLst>
          </p:cNvPr>
          <p:cNvSpPr txBox="1"/>
          <p:nvPr/>
        </p:nvSpPr>
        <p:spPr>
          <a:xfrm>
            <a:off x="4828335" y="2099511"/>
            <a:ext cx="2535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第七部分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C5362FE-CAD8-CF7F-8876-EFE9DDC88409}"/>
              </a:ext>
            </a:extLst>
          </p:cNvPr>
          <p:cNvSpPr txBox="1"/>
          <p:nvPr/>
        </p:nvSpPr>
        <p:spPr>
          <a:xfrm>
            <a:off x="607312" y="446612"/>
            <a:ext cx="24330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600" dirty="0">
                <a:solidFill>
                  <a:srgbClr val="055686"/>
                </a:solidFill>
                <a:cs typeface="+mn-ea"/>
                <a:sym typeface="+mn-lt"/>
              </a:rPr>
              <a:t>教会学成</a:t>
            </a:r>
            <a:r>
              <a:rPr lang="en-US" altLang="zh-CN" sz="1600" dirty="0">
                <a:solidFill>
                  <a:srgbClr val="055686"/>
                </a:solidFill>
                <a:cs typeface="+mn-ea"/>
                <a:sym typeface="+mn-lt"/>
              </a:rPr>
              <a:t>·</a:t>
            </a:r>
            <a:r>
              <a:rPr lang="zh-CN" altLang="en-US" sz="1600" dirty="0">
                <a:solidFill>
                  <a:srgbClr val="055686"/>
                </a:solidFill>
                <a:cs typeface="+mn-ea"/>
                <a:sym typeface="+mn-lt"/>
              </a:rPr>
              <a:t>守正有为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2A9132D-6EBE-7CCA-A230-2A68BDADAF54}"/>
              </a:ext>
            </a:extLst>
          </p:cNvPr>
          <p:cNvCxnSpPr>
            <a:stCxn id="23" idx="1"/>
          </p:cNvCxnSpPr>
          <p:nvPr/>
        </p:nvCxnSpPr>
        <p:spPr>
          <a:xfrm flipH="1" flipV="1">
            <a:off x="0" y="609600"/>
            <a:ext cx="607312" cy="6289"/>
          </a:xfrm>
          <a:prstGeom prst="line">
            <a:avLst/>
          </a:prstGeom>
          <a:ln w="22225" cap="rnd">
            <a:solidFill>
              <a:srgbClr val="055686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箭头: 燕尾形 25">
            <a:extLst>
              <a:ext uri="{FF2B5EF4-FFF2-40B4-BE49-F238E27FC236}">
                <a16:creationId xmlns:a16="http://schemas.microsoft.com/office/drawing/2014/main" id="{4E5F4FC2-3B88-C2F3-D3D8-75E604771C4B}"/>
              </a:ext>
            </a:extLst>
          </p:cNvPr>
          <p:cNvSpPr/>
          <p:nvPr/>
        </p:nvSpPr>
        <p:spPr>
          <a:xfrm>
            <a:off x="11691321" y="505821"/>
            <a:ext cx="142835" cy="207557"/>
          </a:xfrm>
          <a:prstGeom prst="notchedRightArrow">
            <a:avLst>
              <a:gd name="adj1" fmla="val 62903"/>
              <a:gd name="adj2" fmla="val 100000"/>
            </a:avLst>
          </a:prstGeom>
          <a:solidFill>
            <a:srgbClr val="055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箭头: 燕尾形 26">
            <a:extLst>
              <a:ext uri="{FF2B5EF4-FFF2-40B4-BE49-F238E27FC236}">
                <a16:creationId xmlns:a16="http://schemas.microsoft.com/office/drawing/2014/main" id="{8C2E359E-5A99-CA64-2F89-1015DE5AEA51}"/>
              </a:ext>
            </a:extLst>
          </p:cNvPr>
          <p:cNvSpPr/>
          <p:nvPr/>
        </p:nvSpPr>
        <p:spPr>
          <a:xfrm>
            <a:off x="11523728" y="505821"/>
            <a:ext cx="142835" cy="207557"/>
          </a:xfrm>
          <a:prstGeom prst="notchedRightArrow">
            <a:avLst>
              <a:gd name="adj1" fmla="val 62903"/>
              <a:gd name="adj2" fmla="val 100000"/>
            </a:avLst>
          </a:prstGeom>
          <a:solidFill>
            <a:srgbClr val="055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24919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1A21FE6-9384-6864-A3C1-CA257CC8EEB7}"/>
              </a:ext>
            </a:extLst>
          </p:cNvPr>
          <p:cNvSpPr txBox="1"/>
          <p:nvPr/>
        </p:nvSpPr>
        <p:spPr>
          <a:xfrm>
            <a:off x="526651" y="181793"/>
            <a:ext cx="53416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cs typeface="+mn-ea"/>
                <a:sym typeface="+mn-lt"/>
              </a:rPr>
              <a:t>七、软件实施阶段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1C0CE5B-9215-4F7E-8AC8-34FA0B39B474}"/>
              </a:ext>
            </a:extLst>
          </p:cNvPr>
          <p:cNvSpPr txBox="1"/>
          <p:nvPr/>
        </p:nvSpPr>
        <p:spPr>
          <a:xfrm>
            <a:off x="458865" y="4952824"/>
            <a:ext cx="108188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软件实施阶段涵盖需求分析与规划、系统设计、软件开发、测试与优化、部署与维护等环节，需明确功能及用户需求，完成架构设计与开发，经测试优化后部署上线并持续维护，以形成满足用户需求、支持方言保护的稳定软件系统。</a:t>
            </a:r>
          </a:p>
        </p:txBody>
      </p:sp>
      <p:pic>
        <p:nvPicPr>
          <p:cNvPr id="6" name="图形 5">
            <a:extLst>
              <a:ext uri="{FF2B5EF4-FFF2-40B4-BE49-F238E27FC236}">
                <a16:creationId xmlns:a16="http://schemas.microsoft.com/office/drawing/2014/main" id="{DD3E3026-F6EE-907E-CAAB-048E14448B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126" y="2537560"/>
            <a:ext cx="11487748" cy="17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078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4F0835A-7C7C-8C78-F46B-C6BC3608E06B}"/>
              </a:ext>
            </a:extLst>
          </p:cNvPr>
          <p:cNvSpPr txBox="1"/>
          <p:nvPr/>
        </p:nvSpPr>
        <p:spPr>
          <a:xfrm>
            <a:off x="1855225" y="2706771"/>
            <a:ext cx="848155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bg1"/>
                </a:solidFill>
                <a:cs typeface="+mn-ea"/>
                <a:sym typeface="+mn-lt"/>
              </a:rPr>
              <a:t>运维阶段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CFFD35-F02F-684B-6046-7F83AC65F6B7}"/>
              </a:ext>
            </a:extLst>
          </p:cNvPr>
          <p:cNvSpPr txBox="1"/>
          <p:nvPr/>
        </p:nvSpPr>
        <p:spPr>
          <a:xfrm>
            <a:off x="4828335" y="2099511"/>
            <a:ext cx="2535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第八部分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C5362FE-CAD8-CF7F-8876-EFE9DDC88409}"/>
              </a:ext>
            </a:extLst>
          </p:cNvPr>
          <p:cNvSpPr txBox="1"/>
          <p:nvPr/>
        </p:nvSpPr>
        <p:spPr>
          <a:xfrm>
            <a:off x="607312" y="446612"/>
            <a:ext cx="24330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600" dirty="0">
                <a:solidFill>
                  <a:srgbClr val="055686"/>
                </a:solidFill>
                <a:cs typeface="+mn-ea"/>
                <a:sym typeface="+mn-lt"/>
              </a:rPr>
              <a:t>教会学成</a:t>
            </a:r>
            <a:r>
              <a:rPr lang="en-US" altLang="zh-CN" sz="1600" dirty="0">
                <a:solidFill>
                  <a:srgbClr val="055686"/>
                </a:solidFill>
                <a:cs typeface="+mn-ea"/>
                <a:sym typeface="+mn-lt"/>
              </a:rPr>
              <a:t>·</a:t>
            </a:r>
            <a:r>
              <a:rPr lang="zh-CN" altLang="en-US" sz="1600" dirty="0">
                <a:solidFill>
                  <a:srgbClr val="055686"/>
                </a:solidFill>
                <a:cs typeface="+mn-ea"/>
                <a:sym typeface="+mn-lt"/>
              </a:rPr>
              <a:t>守正有为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2A9132D-6EBE-7CCA-A230-2A68BDADAF54}"/>
              </a:ext>
            </a:extLst>
          </p:cNvPr>
          <p:cNvCxnSpPr>
            <a:stCxn id="23" idx="1"/>
          </p:cNvCxnSpPr>
          <p:nvPr/>
        </p:nvCxnSpPr>
        <p:spPr>
          <a:xfrm flipH="1" flipV="1">
            <a:off x="0" y="609600"/>
            <a:ext cx="607312" cy="6289"/>
          </a:xfrm>
          <a:prstGeom prst="line">
            <a:avLst/>
          </a:prstGeom>
          <a:ln w="22225" cap="rnd">
            <a:solidFill>
              <a:srgbClr val="055686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箭头: 燕尾形 25">
            <a:extLst>
              <a:ext uri="{FF2B5EF4-FFF2-40B4-BE49-F238E27FC236}">
                <a16:creationId xmlns:a16="http://schemas.microsoft.com/office/drawing/2014/main" id="{4E5F4FC2-3B88-C2F3-D3D8-75E604771C4B}"/>
              </a:ext>
            </a:extLst>
          </p:cNvPr>
          <p:cNvSpPr/>
          <p:nvPr/>
        </p:nvSpPr>
        <p:spPr>
          <a:xfrm>
            <a:off x="11691321" y="505821"/>
            <a:ext cx="142835" cy="207557"/>
          </a:xfrm>
          <a:prstGeom prst="notchedRightArrow">
            <a:avLst>
              <a:gd name="adj1" fmla="val 62903"/>
              <a:gd name="adj2" fmla="val 100000"/>
            </a:avLst>
          </a:prstGeom>
          <a:solidFill>
            <a:srgbClr val="055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箭头: 燕尾形 26">
            <a:extLst>
              <a:ext uri="{FF2B5EF4-FFF2-40B4-BE49-F238E27FC236}">
                <a16:creationId xmlns:a16="http://schemas.microsoft.com/office/drawing/2014/main" id="{8C2E359E-5A99-CA64-2F89-1015DE5AEA51}"/>
              </a:ext>
            </a:extLst>
          </p:cNvPr>
          <p:cNvSpPr/>
          <p:nvPr/>
        </p:nvSpPr>
        <p:spPr>
          <a:xfrm>
            <a:off x="11523728" y="505821"/>
            <a:ext cx="142835" cy="207557"/>
          </a:xfrm>
          <a:prstGeom prst="notchedRightArrow">
            <a:avLst>
              <a:gd name="adj1" fmla="val 62903"/>
              <a:gd name="adj2" fmla="val 100000"/>
            </a:avLst>
          </a:prstGeom>
          <a:solidFill>
            <a:srgbClr val="055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2418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1A21FE6-9384-6864-A3C1-CA257CC8EEB7}"/>
              </a:ext>
            </a:extLst>
          </p:cNvPr>
          <p:cNvSpPr txBox="1"/>
          <p:nvPr/>
        </p:nvSpPr>
        <p:spPr>
          <a:xfrm>
            <a:off x="526651" y="181793"/>
            <a:ext cx="53416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cs typeface="+mn-ea"/>
                <a:sym typeface="+mn-lt"/>
              </a:rPr>
              <a:t>八、运维阶段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1C0CE5B-9215-4F7E-8AC8-34FA0B39B474}"/>
              </a:ext>
            </a:extLst>
          </p:cNvPr>
          <p:cNvSpPr txBox="1"/>
          <p:nvPr/>
        </p:nvSpPr>
        <p:spPr>
          <a:xfrm>
            <a:off x="786119" y="5660544"/>
            <a:ext cx="108188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运维阶段涵盖系统监控、维护、用户支持、优化及扩展等方面，通过实时跟踪性能、修复问题、收集反馈、更新模型及拓展功能，保障方言软件系统稳定运行并持续发展，以支持方言保护与文化传承。</a:t>
            </a:r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C68CD83F-E589-1DCD-8BFE-3064C5E9C1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5362" y="1395412"/>
            <a:ext cx="10201275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818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4F0835A-7C7C-8C78-F46B-C6BC3608E06B}"/>
              </a:ext>
            </a:extLst>
          </p:cNvPr>
          <p:cNvSpPr txBox="1"/>
          <p:nvPr/>
        </p:nvSpPr>
        <p:spPr>
          <a:xfrm>
            <a:off x="1855225" y="2706771"/>
            <a:ext cx="848155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bg1"/>
                </a:solidFill>
                <a:cs typeface="+mn-ea"/>
                <a:sym typeface="+mn-lt"/>
              </a:rPr>
              <a:t>总体架构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CFFD35-F02F-684B-6046-7F83AC65F6B7}"/>
              </a:ext>
            </a:extLst>
          </p:cNvPr>
          <p:cNvSpPr txBox="1"/>
          <p:nvPr/>
        </p:nvSpPr>
        <p:spPr>
          <a:xfrm>
            <a:off x="4828335" y="2099511"/>
            <a:ext cx="2535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第九部分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C5362FE-CAD8-CF7F-8876-EFE9DDC88409}"/>
              </a:ext>
            </a:extLst>
          </p:cNvPr>
          <p:cNvSpPr txBox="1"/>
          <p:nvPr/>
        </p:nvSpPr>
        <p:spPr>
          <a:xfrm>
            <a:off x="607312" y="446612"/>
            <a:ext cx="24330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600" dirty="0">
                <a:solidFill>
                  <a:srgbClr val="055686"/>
                </a:solidFill>
                <a:cs typeface="+mn-ea"/>
                <a:sym typeface="+mn-lt"/>
              </a:rPr>
              <a:t>教会学成</a:t>
            </a:r>
            <a:r>
              <a:rPr lang="en-US" altLang="zh-CN" sz="1600" dirty="0">
                <a:solidFill>
                  <a:srgbClr val="055686"/>
                </a:solidFill>
                <a:cs typeface="+mn-ea"/>
                <a:sym typeface="+mn-lt"/>
              </a:rPr>
              <a:t>·</a:t>
            </a:r>
            <a:r>
              <a:rPr lang="zh-CN" altLang="en-US" sz="1600" dirty="0">
                <a:solidFill>
                  <a:srgbClr val="055686"/>
                </a:solidFill>
                <a:cs typeface="+mn-ea"/>
                <a:sym typeface="+mn-lt"/>
              </a:rPr>
              <a:t>守正有为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2A9132D-6EBE-7CCA-A230-2A68BDADAF54}"/>
              </a:ext>
            </a:extLst>
          </p:cNvPr>
          <p:cNvCxnSpPr>
            <a:stCxn id="23" idx="1"/>
          </p:cNvCxnSpPr>
          <p:nvPr/>
        </p:nvCxnSpPr>
        <p:spPr>
          <a:xfrm flipH="1" flipV="1">
            <a:off x="0" y="609600"/>
            <a:ext cx="607312" cy="6289"/>
          </a:xfrm>
          <a:prstGeom prst="line">
            <a:avLst/>
          </a:prstGeom>
          <a:ln w="22225" cap="rnd">
            <a:solidFill>
              <a:srgbClr val="055686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箭头: 燕尾形 25">
            <a:extLst>
              <a:ext uri="{FF2B5EF4-FFF2-40B4-BE49-F238E27FC236}">
                <a16:creationId xmlns:a16="http://schemas.microsoft.com/office/drawing/2014/main" id="{4E5F4FC2-3B88-C2F3-D3D8-75E604771C4B}"/>
              </a:ext>
            </a:extLst>
          </p:cNvPr>
          <p:cNvSpPr/>
          <p:nvPr/>
        </p:nvSpPr>
        <p:spPr>
          <a:xfrm>
            <a:off x="11691321" y="505821"/>
            <a:ext cx="142835" cy="207557"/>
          </a:xfrm>
          <a:prstGeom prst="notchedRightArrow">
            <a:avLst>
              <a:gd name="adj1" fmla="val 62903"/>
              <a:gd name="adj2" fmla="val 100000"/>
            </a:avLst>
          </a:prstGeom>
          <a:solidFill>
            <a:srgbClr val="055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箭头: 燕尾形 26">
            <a:extLst>
              <a:ext uri="{FF2B5EF4-FFF2-40B4-BE49-F238E27FC236}">
                <a16:creationId xmlns:a16="http://schemas.microsoft.com/office/drawing/2014/main" id="{8C2E359E-5A99-CA64-2F89-1015DE5AEA51}"/>
              </a:ext>
            </a:extLst>
          </p:cNvPr>
          <p:cNvSpPr/>
          <p:nvPr/>
        </p:nvSpPr>
        <p:spPr>
          <a:xfrm>
            <a:off x="11523728" y="505821"/>
            <a:ext cx="142835" cy="207557"/>
          </a:xfrm>
          <a:prstGeom prst="notchedRightArrow">
            <a:avLst>
              <a:gd name="adj1" fmla="val 62903"/>
              <a:gd name="adj2" fmla="val 100000"/>
            </a:avLst>
          </a:prstGeom>
          <a:solidFill>
            <a:srgbClr val="055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51714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1A21FE6-9384-6864-A3C1-CA257CC8EEB7}"/>
              </a:ext>
            </a:extLst>
          </p:cNvPr>
          <p:cNvSpPr txBox="1"/>
          <p:nvPr/>
        </p:nvSpPr>
        <p:spPr>
          <a:xfrm>
            <a:off x="526651" y="181793"/>
            <a:ext cx="53416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cs typeface="+mn-ea"/>
                <a:sym typeface="+mn-lt"/>
              </a:rPr>
              <a:t>九、总体架构</a:t>
            </a:r>
          </a:p>
          <a:p>
            <a:endParaRPr lang="zh-CN" altLang="en-US" sz="36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1C0CE5B-9215-4F7E-8AC8-34FA0B39B474}"/>
              </a:ext>
            </a:extLst>
          </p:cNvPr>
          <p:cNvSpPr txBox="1"/>
          <p:nvPr/>
        </p:nvSpPr>
        <p:spPr>
          <a:xfrm>
            <a:off x="7475672" y="1562540"/>
            <a:ext cx="340359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    该系统总体架构涵盖数据采集与存储、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ASR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模型训练、软件系统、运维与监控、用户与社区交互等模块，可实现方言语料收集、模型训练、软件应用及运维优化，支持方言保护与文化传承。</a:t>
            </a: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0235BA9B-4E7B-7A68-A96A-F651EDF807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5183" y="1205336"/>
            <a:ext cx="5977452" cy="5115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070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图片 510">
            <a:extLst>
              <a:ext uri="{FF2B5EF4-FFF2-40B4-BE49-F238E27FC236}">
                <a16:creationId xmlns:a16="http://schemas.microsoft.com/office/drawing/2014/main" id="{5FAEA974-C682-4867-8B1C-F44693E8E1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7" y="159561"/>
            <a:ext cx="1299526" cy="1293509"/>
          </a:xfrm>
          <a:prstGeom prst="rect">
            <a:avLst/>
          </a:prstGeom>
          <a:effectLst>
            <a:outerShdw blurRad="203200" dist="1651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00BB6AE-A23F-7A2F-7C67-CF39002495E9}"/>
              </a:ext>
            </a:extLst>
          </p:cNvPr>
          <p:cNvSpPr txBox="1"/>
          <p:nvPr/>
        </p:nvSpPr>
        <p:spPr>
          <a:xfrm>
            <a:off x="2043649" y="1604931"/>
            <a:ext cx="81777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8000" b="1" dirty="0">
                <a:solidFill>
                  <a:schemeClr val="bg1"/>
                </a:solidFill>
                <a:cs typeface="+mn-ea"/>
                <a:sym typeface="+mn-lt"/>
              </a:rPr>
              <a:t>THANK YOU</a:t>
            </a:r>
            <a:endParaRPr lang="zh-CN" altLang="en-US" sz="8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3FD69384-1BF7-EC53-E95D-443B93AD1148}"/>
              </a:ext>
            </a:extLst>
          </p:cNvPr>
          <p:cNvGrpSpPr/>
          <p:nvPr/>
        </p:nvGrpSpPr>
        <p:grpSpPr>
          <a:xfrm>
            <a:off x="3207703" y="5108241"/>
            <a:ext cx="5776593" cy="1436407"/>
            <a:chOff x="4510776" y="3492210"/>
            <a:chExt cx="3170446" cy="861057"/>
          </a:xfrm>
        </p:grpSpPr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44F70F20-0993-6ED4-CDFE-4151D59250D1}"/>
                </a:ext>
              </a:extLst>
            </p:cNvPr>
            <p:cNvSpPr/>
            <p:nvPr/>
          </p:nvSpPr>
          <p:spPr>
            <a:xfrm>
              <a:off x="4510776" y="3492210"/>
              <a:ext cx="3170446" cy="377758"/>
            </a:xfrm>
            <a:custGeom>
              <a:avLst/>
              <a:gdLst/>
              <a:ahLst/>
              <a:cxnLst/>
              <a:rect l="0" t="0" r="0" b="0"/>
              <a:pathLst>
                <a:path w="3170446" h="377758">
                  <a:moveTo>
                    <a:pt x="0" y="188879"/>
                  </a:moveTo>
                  <a:lnTo>
                    <a:pt x="93719" y="19642"/>
                  </a:lnTo>
                  <a:cubicBezTo>
                    <a:pt x="100431" y="7523"/>
                    <a:pt x="113196" y="0"/>
                    <a:pt x="127050" y="0"/>
                  </a:cubicBezTo>
                  <a:lnTo>
                    <a:pt x="3043395" y="0"/>
                  </a:lnTo>
                  <a:cubicBezTo>
                    <a:pt x="3057248" y="0"/>
                    <a:pt x="3070014" y="7523"/>
                    <a:pt x="3076725" y="19642"/>
                  </a:cubicBezTo>
                  <a:lnTo>
                    <a:pt x="3170445" y="188879"/>
                  </a:lnTo>
                  <a:lnTo>
                    <a:pt x="3076725" y="358115"/>
                  </a:lnTo>
                  <a:cubicBezTo>
                    <a:pt x="3070014" y="370234"/>
                    <a:pt x="3057248" y="377757"/>
                    <a:pt x="3043395" y="377757"/>
                  </a:cubicBezTo>
                  <a:lnTo>
                    <a:pt x="127050" y="377757"/>
                  </a:lnTo>
                  <a:cubicBezTo>
                    <a:pt x="113196" y="377757"/>
                    <a:pt x="100431" y="370234"/>
                    <a:pt x="93719" y="358115"/>
                  </a:cubicBezTo>
                  <a:lnTo>
                    <a:pt x="0" y="188879"/>
                  </a:lnTo>
                  <a:close/>
                </a:path>
              </a:pathLst>
            </a:custGeom>
            <a:noFill/>
            <a:ln w="9525">
              <a:solidFill>
                <a:srgbClr val="0556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55686"/>
                </a:solidFill>
                <a:cs typeface="+mn-ea"/>
                <a:sym typeface="+mn-lt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F4DA78C-F74A-F2E4-7D2B-94FFE48414C9}"/>
                </a:ext>
              </a:extLst>
            </p:cNvPr>
            <p:cNvSpPr txBox="1"/>
            <p:nvPr/>
          </p:nvSpPr>
          <p:spPr>
            <a:xfrm>
              <a:off x="4879464" y="3522270"/>
              <a:ext cx="243307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2400" b="1" dirty="0">
                  <a:solidFill>
                    <a:srgbClr val="055686"/>
                  </a:solidFill>
                  <a:cs typeface="+mn-ea"/>
                  <a:sym typeface="+mn-lt"/>
                </a:rPr>
                <a:t>教会学成</a:t>
              </a:r>
              <a:r>
                <a:rPr lang="en-US" altLang="zh-CN" sz="2400" b="1" dirty="0">
                  <a:solidFill>
                    <a:srgbClr val="055686"/>
                  </a:solidFill>
                  <a:cs typeface="+mn-ea"/>
                  <a:sym typeface="+mn-lt"/>
                </a:rPr>
                <a:t>·</a:t>
              </a:r>
              <a:r>
                <a:rPr lang="zh-CN" altLang="en-US" sz="2400" b="1" dirty="0">
                  <a:solidFill>
                    <a:srgbClr val="055686"/>
                  </a:solidFill>
                  <a:cs typeface="+mn-ea"/>
                  <a:sym typeface="+mn-lt"/>
                </a:rPr>
                <a:t>守正有为</a:t>
              </a:r>
            </a:p>
          </p:txBody>
        </p:sp>
      </p:grpSp>
      <p:grpSp>
        <p:nvGrpSpPr>
          <p:cNvPr id="510" name="组合 509">
            <a:extLst>
              <a:ext uri="{FF2B5EF4-FFF2-40B4-BE49-F238E27FC236}">
                <a16:creationId xmlns:a16="http://schemas.microsoft.com/office/drawing/2014/main" id="{A9A4A65E-996E-708F-65C0-157E9EF0555D}"/>
              </a:ext>
            </a:extLst>
          </p:cNvPr>
          <p:cNvGrpSpPr/>
          <p:nvPr/>
        </p:nvGrpSpPr>
        <p:grpSpPr>
          <a:xfrm>
            <a:off x="-64453" y="5888102"/>
            <a:ext cx="3920173" cy="930916"/>
            <a:chOff x="-193993" y="5412646"/>
            <a:chExt cx="6090132" cy="1446212"/>
          </a:xfrm>
        </p:grpSpPr>
        <p:grpSp>
          <p:nvGrpSpPr>
            <p:cNvPr id="509" name="组合 508">
              <a:extLst>
                <a:ext uri="{FF2B5EF4-FFF2-40B4-BE49-F238E27FC236}">
                  <a16:creationId xmlns:a16="http://schemas.microsoft.com/office/drawing/2014/main" id="{60D77AE2-67B6-CA58-5559-3C7733F38468}"/>
                </a:ext>
              </a:extLst>
            </p:cNvPr>
            <p:cNvGrpSpPr/>
            <p:nvPr/>
          </p:nvGrpSpPr>
          <p:grpSpPr>
            <a:xfrm>
              <a:off x="-153824" y="5412646"/>
              <a:ext cx="6049963" cy="950912"/>
              <a:chOff x="7916862" y="4525964"/>
              <a:chExt cx="6049963" cy="950912"/>
            </a:xfrm>
            <a:solidFill>
              <a:srgbClr val="055686"/>
            </a:solidFill>
          </p:grpSpPr>
          <p:sp>
            <p:nvSpPr>
              <p:cNvPr id="125" name="Freeform 2335">
                <a:extLst>
                  <a:ext uri="{FF2B5EF4-FFF2-40B4-BE49-F238E27FC236}">
                    <a16:creationId xmlns:a16="http://schemas.microsoft.com/office/drawing/2014/main" id="{5EB25A01-2910-3D58-A01E-17CAEA67E1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70850" y="4525964"/>
                <a:ext cx="3175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  <a:gd name="T3" fmla="*/ 0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26" name="Oval 2336">
                <a:extLst>
                  <a:ext uri="{FF2B5EF4-FFF2-40B4-BE49-F238E27FC236}">
                    <a16:creationId xmlns:a16="http://schemas.microsoft.com/office/drawing/2014/main" id="{DBF117C7-AF6E-17B4-5E12-B0C1EBDA2F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28012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27" name="Oval 2337">
                <a:extLst>
                  <a:ext uri="{FF2B5EF4-FFF2-40B4-BE49-F238E27FC236}">
                    <a16:creationId xmlns:a16="http://schemas.microsoft.com/office/drawing/2014/main" id="{89A5C57F-DABE-41A4-3ADD-8D0A6C56B3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2000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28" name="Oval 2338">
                <a:extLst>
                  <a:ext uri="{FF2B5EF4-FFF2-40B4-BE49-F238E27FC236}">
                    <a16:creationId xmlns:a16="http://schemas.microsoft.com/office/drawing/2014/main" id="{2CA3123C-2646-7E73-CFB9-E07B3D9771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35987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29" name="Oval 2339">
                <a:extLst>
                  <a:ext uri="{FF2B5EF4-FFF2-40B4-BE49-F238E27FC236}">
                    <a16:creationId xmlns:a16="http://schemas.microsoft.com/office/drawing/2014/main" id="{6F542E63-5177-00F7-96D2-177786AA5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91562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30" name="Oval 2340">
                <a:extLst>
                  <a:ext uri="{FF2B5EF4-FFF2-40B4-BE49-F238E27FC236}">
                    <a16:creationId xmlns:a16="http://schemas.microsoft.com/office/drawing/2014/main" id="{7A81E5B0-D011-77E5-4D9A-62DEDB38B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8725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31" name="Oval 2341">
                <a:extLst>
                  <a:ext uri="{FF2B5EF4-FFF2-40B4-BE49-F238E27FC236}">
                    <a16:creationId xmlns:a16="http://schemas.microsoft.com/office/drawing/2014/main" id="{FAA5CD26-1C0F-868B-B480-FD11EF4EC4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02712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32" name="Oval 2342">
                <a:extLst>
                  <a:ext uri="{FF2B5EF4-FFF2-40B4-BE49-F238E27FC236}">
                    <a16:creationId xmlns:a16="http://schemas.microsoft.com/office/drawing/2014/main" id="{DFB7EB27-358D-9652-F5EF-7378476B34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6700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33" name="Oval 2343">
                <a:extLst>
                  <a:ext uri="{FF2B5EF4-FFF2-40B4-BE49-F238E27FC236}">
                    <a16:creationId xmlns:a16="http://schemas.microsoft.com/office/drawing/2014/main" id="{92D76E0D-1318-CCD4-BC07-06137E5091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10687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34" name="Oval 2344">
                <a:extLst>
                  <a:ext uri="{FF2B5EF4-FFF2-40B4-BE49-F238E27FC236}">
                    <a16:creationId xmlns:a16="http://schemas.microsoft.com/office/drawing/2014/main" id="{D783A2A5-DD82-0197-B757-6BAA0CF8EF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67850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35" name="Oval 2345">
                <a:extLst>
                  <a:ext uri="{FF2B5EF4-FFF2-40B4-BE49-F238E27FC236}">
                    <a16:creationId xmlns:a16="http://schemas.microsoft.com/office/drawing/2014/main" id="{EC84E25F-29AA-0926-AE06-5B6CEDAF69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3425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36" name="Oval 2346">
                <a:extLst>
                  <a:ext uri="{FF2B5EF4-FFF2-40B4-BE49-F238E27FC236}">
                    <a16:creationId xmlns:a16="http://schemas.microsoft.com/office/drawing/2014/main" id="{A2042B51-111D-13C5-4E60-D23367BFFD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77412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37" name="Oval 2347">
                <a:extLst>
                  <a:ext uri="{FF2B5EF4-FFF2-40B4-BE49-F238E27FC236}">
                    <a16:creationId xmlns:a16="http://schemas.microsoft.com/office/drawing/2014/main" id="{45C84062-A360-EAE5-D69C-D7428BA3C1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1400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38" name="Oval 2348">
                <a:extLst>
                  <a:ext uri="{FF2B5EF4-FFF2-40B4-BE49-F238E27FC236}">
                    <a16:creationId xmlns:a16="http://schemas.microsoft.com/office/drawing/2014/main" id="{71ABCEE0-F490-980F-1FF6-9164590F51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8562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39" name="Oval 2349">
                <a:extLst>
                  <a:ext uri="{FF2B5EF4-FFF2-40B4-BE49-F238E27FC236}">
                    <a16:creationId xmlns:a16="http://schemas.microsoft.com/office/drawing/2014/main" id="{94529B38-0ED7-3FA5-A71E-6CA01CB09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42550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40" name="Oval 2350">
                <a:extLst>
                  <a:ext uri="{FF2B5EF4-FFF2-40B4-BE49-F238E27FC236}">
                    <a16:creationId xmlns:a16="http://schemas.microsoft.com/office/drawing/2014/main" id="{4F6FBB62-7632-0B9F-8276-941B0A31C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98125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41" name="Oval 2351">
                <a:extLst>
                  <a:ext uri="{FF2B5EF4-FFF2-40B4-BE49-F238E27FC236}">
                    <a16:creationId xmlns:a16="http://schemas.microsoft.com/office/drawing/2014/main" id="{C985E86E-590B-FAB4-7C63-8BF3FC2A2D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52112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42" name="Oval 2352">
                <a:extLst>
                  <a:ext uri="{FF2B5EF4-FFF2-40B4-BE49-F238E27FC236}">
                    <a16:creationId xmlns:a16="http://schemas.microsoft.com/office/drawing/2014/main" id="{AA75759D-439B-08B4-5CF7-4C10AA0CCB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09275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43" name="Oval 2353">
                <a:extLst>
                  <a:ext uri="{FF2B5EF4-FFF2-40B4-BE49-F238E27FC236}">
                    <a16:creationId xmlns:a16="http://schemas.microsoft.com/office/drawing/2014/main" id="{A1C72B04-65AE-EA6A-C3E5-97470120FD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63262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44" name="Oval 2354">
                <a:extLst>
                  <a:ext uri="{FF2B5EF4-FFF2-40B4-BE49-F238E27FC236}">
                    <a16:creationId xmlns:a16="http://schemas.microsoft.com/office/drawing/2014/main" id="{223D8D33-B2A4-3933-FD9E-7903B3555D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17250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45" name="Oval 2355">
                <a:extLst>
                  <a:ext uri="{FF2B5EF4-FFF2-40B4-BE49-F238E27FC236}">
                    <a16:creationId xmlns:a16="http://schemas.microsoft.com/office/drawing/2014/main" id="{0CC6CD66-0605-8F4B-49AE-BC3EB31C6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2825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46" name="Oval 2356">
                <a:extLst>
                  <a:ext uri="{FF2B5EF4-FFF2-40B4-BE49-F238E27FC236}">
                    <a16:creationId xmlns:a16="http://schemas.microsoft.com/office/drawing/2014/main" id="{331D8504-2F52-B253-F28C-536404F5C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29987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47" name="Oval 2357">
                <a:extLst>
                  <a:ext uri="{FF2B5EF4-FFF2-40B4-BE49-F238E27FC236}">
                    <a16:creationId xmlns:a16="http://schemas.microsoft.com/office/drawing/2014/main" id="{825837F0-A66C-CE0A-D6C2-9C3088F215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83975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48" name="Oval 2358">
                <a:extLst>
                  <a:ext uri="{FF2B5EF4-FFF2-40B4-BE49-F238E27FC236}">
                    <a16:creationId xmlns:a16="http://schemas.microsoft.com/office/drawing/2014/main" id="{2AB8DFAD-3E7B-EC00-43BE-ACDA8C3BF7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7962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49" name="Oval 2359">
                <a:extLst>
                  <a:ext uri="{FF2B5EF4-FFF2-40B4-BE49-F238E27FC236}">
                    <a16:creationId xmlns:a16="http://schemas.microsoft.com/office/drawing/2014/main" id="{6C366E52-0CAF-61CB-FC02-1CAA4AB976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91950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50" name="Oval 2360">
                <a:extLst>
                  <a:ext uri="{FF2B5EF4-FFF2-40B4-BE49-F238E27FC236}">
                    <a16:creationId xmlns:a16="http://schemas.microsoft.com/office/drawing/2014/main" id="{A2E1DEBE-793C-1AA8-DD9D-04E6247BF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50700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51" name="Oval 2361">
                <a:extLst>
                  <a:ext uri="{FF2B5EF4-FFF2-40B4-BE49-F238E27FC236}">
                    <a16:creationId xmlns:a16="http://schemas.microsoft.com/office/drawing/2014/main" id="{681D262B-D1ED-2951-295C-DD2481E26B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04687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52" name="Freeform 2362">
                <a:extLst>
                  <a:ext uri="{FF2B5EF4-FFF2-40B4-BE49-F238E27FC236}">
                    <a16:creationId xmlns:a16="http://schemas.microsoft.com/office/drawing/2014/main" id="{20E02095-8EBB-0456-185D-60632234FF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58675" y="4525964"/>
                <a:ext cx="3175" cy="0"/>
              </a:xfrm>
              <a:custGeom>
                <a:avLst/>
                <a:gdLst>
                  <a:gd name="T0" fmla="*/ 0 w 1"/>
                  <a:gd name="T1" fmla="*/ 1 w 1"/>
                  <a:gd name="T2" fmla="*/ 0 w 1"/>
                  <a:gd name="T3" fmla="*/ 0 w 1"/>
                  <a:gd name="T4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53" name="Oval 2363">
                <a:extLst>
                  <a:ext uri="{FF2B5EF4-FFF2-40B4-BE49-F238E27FC236}">
                    <a16:creationId xmlns:a16="http://schemas.microsoft.com/office/drawing/2014/main" id="{D0106DF6-84DD-A618-85FB-67ACA6638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12662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54" name="Oval 2364">
                <a:extLst>
                  <a:ext uri="{FF2B5EF4-FFF2-40B4-BE49-F238E27FC236}">
                    <a16:creationId xmlns:a16="http://schemas.microsoft.com/office/drawing/2014/main" id="{F59E69FE-D9A9-2C38-A6AE-D64B5D5B4A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9825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55" name="Oval 2365">
                <a:extLst>
                  <a:ext uri="{FF2B5EF4-FFF2-40B4-BE49-F238E27FC236}">
                    <a16:creationId xmlns:a16="http://schemas.microsoft.com/office/drawing/2014/main" id="{94F94FB6-5655-9E25-8E03-EDF938711E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25400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56" name="Oval 2366">
                <a:extLst>
                  <a:ext uri="{FF2B5EF4-FFF2-40B4-BE49-F238E27FC236}">
                    <a16:creationId xmlns:a16="http://schemas.microsoft.com/office/drawing/2014/main" id="{B219FEBD-85E9-1864-D4F3-2A9D21470C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9387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57" name="Oval 2367">
                <a:extLst>
                  <a:ext uri="{FF2B5EF4-FFF2-40B4-BE49-F238E27FC236}">
                    <a16:creationId xmlns:a16="http://schemas.microsoft.com/office/drawing/2014/main" id="{26541488-3C3B-70C2-7312-47DB37FED9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33375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58" name="Oval 2368">
                <a:extLst>
                  <a:ext uri="{FF2B5EF4-FFF2-40B4-BE49-F238E27FC236}">
                    <a16:creationId xmlns:a16="http://schemas.microsoft.com/office/drawing/2014/main" id="{9FE7D940-AE05-E90D-10F4-EF0A1852A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90537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59" name="Oval 2369">
                <a:extLst>
                  <a:ext uri="{FF2B5EF4-FFF2-40B4-BE49-F238E27FC236}">
                    <a16:creationId xmlns:a16="http://schemas.microsoft.com/office/drawing/2014/main" id="{696D0478-16C9-A4D9-2B4D-4D51443A0C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44525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60" name="Oval 2370">
                <a:extLst>
                  <a:ext uri="{FF2B5EF4-FFF2-40B4-BE49-F238E27FC236}">
                    <a16:creationId xmlns:a16="http://schemas.microsoft.com/office/drawing/2014/main" id="{DA3DEF42-B378-B048-6414-D662339371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00100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61" name="Oval 2371">
                <a:extLst>
                  <a:ext uri="{FF2B5EF4-FFF2-40B4-BE49-F238E27FC236}">
                    <a16:creationId xmlns:a16="http://schemas.microsoft.com/office/drawing/2014/main" id="{7168731C-2877-A75B-E817-3C5CA9234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4087" y="4525964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62" name="Oval 2372">
                <a:extLst>
                  <a:ext uri="{FF2B5EF4-FFF2-40B4-BE49-F238E27FC236}">
                    <a16:creationId xmlns:a16="http://schemas.microsoft.com/office/drawing/2014/main" id="{EC299F58-6F56-2BB5-3617-90E6C40160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11250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63" name="Oval 2373">
                <a:extLst>
                  <a:ext uri="{FF2B5EF4-FFF2-40B4-BE49-F238E27FC236}">
                    <a16:creationId xmlns:a16="http://schemas.microsoft.com/office/drawing/2014/main" id="{95A7A80E-B8C6-48FC-5FAA-10CF50E97D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65237" y="4525964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64" name="Freeform 2409">
                <a:extLst>
                  <a:ext uri="{FF2B5EF4-FFF2-40B4-BE49-F238E27FC236}">
                    <a16:creationId xmlns:a16="http://schemas.microsoft.com/office/drawing/2014/main" id="{2FBF3A17-0964-583C-D3BB-96A0827AAB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70850" y="4679951"/>
                <a:ext cx="3175" cy="0"/>
              </a:xfrm>
              <a:custGeom>
                <a:avLst/>
                <a:gdLst>
                  <a:gd name="T0" fmla="*/ 1 w 1"/>
                  <a:gd name="T1" fmla="*/ 1 w 1"/>
                  <a:gd name="T2" fmla="*/ 1 w 1"/>
                  <a:gd name="T3" fmla="*/ 0 w 1"/>
                  <a:gd name="T4" fmla="*/ 1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</a:cxnLst>
                <a:rect l="0" t="0" r="r" b="b"/>
                <a:pathLst>
                  <a:path w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65" name="Freeform 2410">
                <a:extLst>
                  <a:ext uri="{FF2B5EF4-FFF2-40B4-BE49-F238E27FC236}">
                    <a16:creationId xmlns:a16="http://schemas.microsoft.com/office/drawing/2014/main" id="{B9003E3C-D0EC-D0ED-2E46-D8CB8B4789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28012" y="467995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66" name="Freeform 2411">
                <a:extLst>
                  <a:ext uri="{FF2B5EF4-FFF2-40B4-BE49-F238E27FC236}">
                    <a16:creationId xmlns:a16="http://schemas.microsoft.com/office/drawing/2014/main" id="{8B98D6E7-B7DD-AFAE-AA53-8E6E750374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82000" y="4679951"/>
                <a:ext cx="0" cy="3175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0 h 1"/>
                  <a:gd name="T4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67" name="Oval 2412">
                <a:extLst>
                  <a:ext uri="{FF2B5EF4-FFF2-40B4-BE49-F238E27FC236}">
                    <a16:creationId xmlns:a16="http://schemas.microsoft.com/office/drawing/2014/main" id="{752A5733-4F3D-B90D-9C82-DBD91AB497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35987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68" name="Oval 2413">
                <a:extLst>
                  <a:ext uri="{FF2B5EF4-FFF2-40B4-BE49-F238E27FC236}">
                    <a16:creationId xmlns:a16="http://schemas.microsoft.com/office/drawing/2014/main" id="{14E693EB-67D6-FF5C-08C1-C8C8B0AB08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91562" y="46799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69" name="Oval 2414">
                <a:extLst>
                  <a:ext uri="{FF2B5EF4-FFF2-40B4-BE49-F238E27FC236}">
                    <a16:creationId xmlns:a16="http://schemas.microsoft.com/office/drawing/2014/main" id="{64DA3C2B-2158-5834-1457-784DA80347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5550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0" name="Oval 2415">
                <a:extLst>
                  <a:ext uri="{FF2B5EF4-FFF2-40B4-BE49-F238E27FC236}">
                    <a16:creationId xmlns:a16="http://schemas.microsoft.com/office/drawing/2014/main" id="{927DFEA5-456B-5C23-0E4D-48C1A0DAAB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02712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1" name="Oval 2417">
                <a:extLst>
                  <a:ext uri="{FF2B5EF4-FFF2-40B4-BE49-F238E27FC236}">
                    <a16:creationId xmlns:a16="http://schemas.microsoft.com/office/drawing/2014/main" id="{55E04C31-5F79-5F58-0D5D-36F205AFE4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6700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2" name="Oval 2418">
                <a:extLst>
                  <a:ext uri="{FF2B5EF4-FFF2-40B4-BE49-F238E27FC236}">
                    <a16:creationId xmlns:a16="http://schemas.microsoft.com/office/drawing/2014/main" id="{705742B5-B24E-F92A-2AED-4A1C5BBF3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10687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3" name="Oval 2419">
                <a:extLst>
                  <a:ext uri="{FF2B5EF4-FFF2-40B4-BE49-F238E27FC236}">
                    <a16:creationId xmlns:a16="http://schemas.microsoft.com/office/drawing/2014/main" id="{2590D03E-8D78-7C71-81FC-149EBDB040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66262" y="46799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4" name="Oval 2420">
                <a:extLst>
                  <a:ext uri="{FF2B5EF4-FFF2-40B4-BE49-F238E27FC236}">
                    <a16:creationId xmlns:a16="http://schemas.microsoft.com/office/drawing/2014/main" id="{3CE1031D-D72C-3087-6DD8-16A64A3F99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3425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5" name="Oval 2421">
                <a:extLst>
                  <a:ext uri="{FF2B5EF4-FFF2-40B4-BE49-F238E27FC236}">
                    <a16:creationId xmlns:a16="http://schemas.microsoft.com/office/drawing/2014/main" id="{168A8A59-D428-216E-C628-62F058BF39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77412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6" name="Oval 2422">
                <a:extLst>
                  <a:ext uri="{FF2B5EF4-FFF2-40B4-BE49-F238E27FC236}">
                    <a16:creationId xmlns:a16="http://schemas.microsoft.com/office/drawing/2014/main" id="{155BCC4D-7D90-7DC8-C0F9-F5B42713B3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1400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7" name="Oval 2423">
                <a:extLst>
                  <a:ext uri="{FF2B5EF4-FFF2-40B4-BE49-F238E27FC236}">
                    <a16:creationId xmlns:a16="http://schemas.microsoft.com/office/drawing/2014/main" id="{45BBAA7B-B949-3904-3803-C284D90926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5387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8" name="Oval 2424">
                <a:extLst>
                  <a:ext uri="{FF2B5EF4-FFF2-40B4-BE49-F238E27FC236}">
                    <a16:creationId xmlns:a16="http://schemas.microsoft.com/office/drawing/2014/main" id="{B940C52C-3329-6D73-F0A4-643A60FB4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42550" y="46799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79" name="Oval 2425">
                <a:extLst>
                  <a:ext uri="{FF2B5EF4-FFF2-40B4-BE49-F238E27FC236}">
                    <a16:creationId xmlns:a16="http://schemas.microsoft.com/office/drawing/2014/main" id="{823748DE-F60B-AC16-18C5-3207F76DBA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98125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80" name="Oval 2426">
                <a:extLst>
                  <a:ext uri="{FF2B5EF4-FFF2-40B4-BE49-F238E27FC236}">
                    <a16:creationId xmlns:a16="http://schemas.microsoft.com/office/drawing/2014/main" id="{2D4F8929-DE2E-C0AF-9AB3-191CDEC32D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52112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81" name="Oval 2427">
                <a:extLst>
                  <a:ext uri="{FF2B5EF4-FFF2-40B4-BE49-F238E27FC236}">
                    <a16:creationId xmlns:a16="http://schemas.microsoft.com/office/drawing/2014/main" id="{4C158201-E8F8-5A7D-E413-BC95F78808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06100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82" name="Oval 2428">
                <a:extLst>
                  <a:ext uri="{FF2B5EF4-FFF2-40B4-BE49-F238E27FC236}">
                    <a16:creationId xmlns:a16="http://schemas.microsoft.com/office/drawing/2014/main" id="{B718574E-B043-9AE3-6068-88FBB932D6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63262" y="46799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83" name="Freeform 2429">
                <a:extLst>
                  <a:ext uri="{FF2B5EF4-FFF2-40B4-BE49-F238E27FC236}">
                    <a16:creationId xmlns:a16="http://schemas.microsoft.com/office/drawing/2014/main" id="{75D18676-DB18-2CA9-23A7-BD1D400C9C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17250" y="4679951"/>
                <a:ext cx="3175" cy="3175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0 h 1"/>
                  <a:gd name="T6" fmla="*/ 0 w 1"/>
                  <a:gd name="T7" fmla="*/ 0 h 1"/>
                  <a:gd name="T8" fmla="*/ 0 w 1"/>
                  <a:gd name="T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84" name="Oval 2430">
                <a:extLst>
                  <a:ext uri="{FF2B5EF4-FFF2-40B4-BE49-F238E27FC236}">
                    <a16:creationId xmlns:a16="http://schemas.microsoft.com/office/drawing/2014/main" id="{6BE30787-58D0-819B-C910-C82FD93DFE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2825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85" name="Oval 2431">
                <a:extLst>
                  <a:ext uri="{FF2B5EF4-FFF2-40B4-BE49-F238E27FC236}">
                    <a16:creationId xmlns:a16="http://schemas.microsoft.com/office/drawing/2014/main" id="{F813FF23-EB6F-2D91-958E-32C78D735E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26812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86" name="Oval 2432">
                <a:extLst>
                  <a:ext uri="{FF2B5EF4-FFF2-40B4-BE49-F238E27FC236}">
                    <a16:creationId xmlns:a16="http://schemas.microsoft.com/office/drawing/2014/main" id="{DB168946-2AA8-78B7-96D8-681B20CFD4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80800" y="4679951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87" name="Oval 2433">
                <a:extLst>
                  <a:ext uri="{FF2B5EF4-FFF2-40B4-BE49-F238E27FC236}">
                    <a16:creationId xmlns:a16="http://schemas.microsoft.com/office/drawing/2014/main" id="{B967F987-EC44-6D14-DDE0-E9A623D479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7962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88" name="Oval 2434">
                <a:extLst>
                  <a:ext uri="{FF2B5EF4-FFF2-40B4-BE49-F238E27FC236}">
                    <a16:creationId xmlns:a16="http://schemas.microsoft.com/office/drawing/2014/main" id="{555E9ECC-A43E-29AF-DF5F-713A0A5EB3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91950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89" name="Oval 2435">
                <a:extLst>
                  <a:ext uri="{FF2B5EF4-FFF2-40B4-BE49-F238E27FC236}">
                    <a16:creationId xmlns:a16="http://schemas.microsoft.com/office/drawing/2014/main" id="{EA90B215-F847-4074-E0A8-6F63187DFE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47525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90" name="Oval 2436">
                <a:extLst>
                  <a:ext uri="{FF2B5EF4-FFF2-40B4-BE49-F238E27FC236}">
                    <a16:creationId xmlns:a16="http://schemas.microsoft.com/office/drawing/2014/main" id="{11DC8083-C2E5-FF7C-7BD7-976EDA7B3A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04687" y="46799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91" name="Oval 2437">
                <a:extLst>
                  <a:ext uri="{FF2B5EF4-FFF2-40B4-BE49-F238E27FC236}">
                    <a16:creationId xmlns:a16="http://schemas.microsoft.com/office/drawing/2014/main" id="{6A61276A-8BB3-A049-0FF6-D4E1E9FFBE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58675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92" name="Oval 2438">
                <a:extLst>
                  <a:ext uri="{FF2B5EF4-FFF2-40B4-BE49-F238E27FC236}">
                    <a16:creationId xmlns:a16="http://schemas.microsoft.com/office/drawing/2014/main" id="{8F9A40F2-B602-5796-F646-A253A1E7D8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12662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93" name="Oval 2439">
                <a:extLst>
                  <a:ext uri="{FF2B5EF4-FFF2-40B4-BE49-F238E27FC236}">
                    <a16:creationId xmlns:a16="http://schemas.microsoft.com/office/drawing/2014/main" id="{BB861712-DF58-61CA-0347-5E89C2E721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9825" y="46799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94" name="Oval 2440">
                <a:extLst>
                  <a:ext uri="{FF2B5EF4-FFF2-40B4-BE49-F238E27FC236}">
                    <a16:creationId xmlns:a16="http://schemas.microsoft.com/office/drawing/2014/main" id="{F86D32E3-ED28-0305-DA66-54B6A541E6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25400" y="46799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95" name="Oval 2441">
                <a:extLst>
                  <a:ext uri="{FF2B5EF4-FFF2-40B4-BE49-F238E27FC236}">
                    <a16:creationId xmlns:a16="http://schemas.microsoft.com/office/drawing/2014/main" id="{DE2F6E99-31CA-CE80-33BC-F01C0E2C21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9387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96" name="Freeform 2442">
                <a:extLst>
                  <a:ext uri="{FF2B5EF4-FFF2-40B4-BE49-F238E27FC236}">
                    <a16:creationId xmlns:a16="http://schemas.microsoft.com/office/drawing/2014/main" id="{B622AFA4-95D3-EEF0-3662-24C507AB15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33375" y="4679951"/>
                <a:ext cx="3175" cy="3175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1 w 1"/>
                  <a:gd name="T5" fmla="*/ 0 h 1"/>
                  <a:gd name="T6" fmla="*/ 0 w 1"/>
                  <a:gd name="T7" fmla="*/ 0 h 1"/>
                  <a:gd name="T8" fmla="*/ 1 w 1"/>
                  <a:gd name="T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97" name="Freeform 2443">
                <a:extLst>
                  <a:ext uri="{FF2B5EF4-FFF2-40B4-BE49-F238E27FC236}">
                    <a16:creationId xmlns:a16="http://schemas.microsoft.com/office/drawing/2014/main" id="{4733598B-CB4E-0277-E468-E574C82D14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87362" y="4679951"/>
                <a:ext cx="3175" cy="3175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0 h 1"/>
                  <a:gd name="T4" fmla="*/ 1 w 1"/>
                  <a:gd name="T5" fmla="*/ 0 h 1"/>
                  <a:gd name="T6" fmla="*/ 0 w 1"/>
                  <a:gd name="T7" fmla="*/ 0 h 1"/>
                  <a:gd name="T8" fmla="*/ 1 w 1"/>
                  <a:gd name="T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98" name="Freeform 2444">
                <a:extLst>
                  <a:ext uri="{FF2B5EF4-FFF2-40B4-BE49-F238E27FC236}">
                    <a16:creationId xmlns:a16="http://schemas.microsoft.com/office/drawing/2014/main" id="{630FC492-5262-2DF8-3809-5B1707AE59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44525" y="4679951"/>
                <a:ext cx="0" cy="3175"/>
              </a:xfrm>
              <a:custGeom>
                <a:avLst/>
                <a:gdLst>
                  <a:gd name="T0" fmla="*/ 1 h 1"/>
                  <a:gd name="T1" fmla="*/ 0 h 1"/>
                  <a:gd name="T2" fmla="*/ 0 h 1"/>
                  <a:gd name="T3" fmla="*/ 0 h 1"/>
                  <a:gd name="T4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99" name="Freeform 2445">
                <a:extLst>
                  <a:ext uri="{FF2B5EF4-FFF2-40B4-BE49-F238E27FC236}">
                    <a16:creationId xmlns:a16="http://schemas.microsoft.com/office/drawing/2014/main" id="{7D4DE75B-88E9-766E-9479-39E2DC6F9B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00100" y="4679951"/>
                <a:ext cx="1588" cy="3175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0 h 1"/>
                  <a:gd name="T4" fmla="*/ 0 w 1"/>
                  <a:gd name="T5" fmla="*/ 0 h 1"/>
                  <a:gd name="T6" fmla="*/ 0 w 1"/>
                  <a:gd name="T7" fmla="*/ 0 h 1"/>
                  <a:gd name="T8" fmla="*/ 0 w 1"/>
                  <a:gd name="T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00" name="Oval 2446">
                <a:extLst>
                  <a:ext uri="{FF2B5EF4-FFF2-40B4-BE49-F238E27FC236}">
                    <a16:creationId xmlns:a16="http://schemas.microsoft.com/office/drawing/2014/main" id="{0DBC5269-70B0-F462-7A64-6119A99FE3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4087" y="4679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01" name="Freeform 2447">
                <a:extLst>
                  <a:ext uri="{FF2B5EF4-FFF2-40B4-BE49-F238E27FC236}">
                    <a16:creationId xmlns:a16="http://schemas.microsoft.com/office/drawing/2014/main" id="{8EBABC69-078C-8697-5737-8B758EDD8E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11250" y="467995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02" name="Freeform 2448">
                <a:extLst>
                  <a:ext uri="{FF2B5EF4-FFF2-40B4-BE49-F238E27FC236}">
                    <a16:creationId xmlns:a16="http://schemas.microsoft.com/office/drawing/2014/main" id="{F62EEE2D-A4A7-171E-417E-5CD9D5026D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65237" y="467995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03" name="Freeform 2484">
                <a:extLst>
                  <a:ext uri="{FF2B5EF4-FFF2-40B4-BE49-F238E27FC236}">
                    <a16:creationId xmlns:a16="http://schemas.microsoft.com/office/drawing/2014/main" id="{520C6EE8-74B0-EC20-A48F-5DAA8BF2BF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70850" y="4835526"/>
                <a:ext cx="3175" cy="3175"/>
              </a:xfrm>
              <a:custGeom>
                <a:avLst/>
                <a:gdLst>
                  <a:gd name="T0" fmla="*/ 1 w 1"/>
                  <a:gd name="T1" fmla="*/ 1 h 1"/>
                  <a:gd name="T2" fmla="*/ 1 w 1"/>
                  <a:gd name="T3" fmla="*/ 1 h 1"/>
                  <a:gd name="T4" fmla="*/ 1 w 1"/>
                  <a:gd name="T5" fmla="*/ 0 h 1"/>
                  <a:gd name="T6" fmla="*/ 0 w 1"/>
                  <a:gd name="T7" fmla="*/ 1 h 1"/>
                  <a:gd name="T8" fmla="*/ 1 w 1"/>
                  <a:gd name="T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04" name="Freeform 2485">
                <a:extLst>
                  <a:ext uri="{FF2B5EF4-FFF2-40B4-BE49-F238E27FC236}">
                    <a16:creationId xmlns:a16="http://schemas.microsoft.com/office/drawing/2014/main" id="{E9F6D2C4-47F0-06D9-6E45-7EA5D0EF9B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28012" y="4835526"/>
                <a:ext cx="0" cy="3175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05" name="Oval 2486">
                <a:extLst>
                  <a:ext uri="{FF2B5EF4-FFF2-40B4-BE49-F238E27FC236}">
                    <a16:creationId xmlns:a16="http://schemas.microsoft.com/office/drawing/2014/main" id="{1ECCD118-4670-568C-F58A-1683335DA4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2000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06" name="Oval 2487">
                <a:extLst>
                  <a:ext uri="{FF2B5EF4-FFF2-40B4-BE49-F238E27FC236}">
                    <a16:creationId xmlns:a16="http://schemas.microsoft.com/office/drawing/2014/main" id="{E33D9022-E17F-74D3-D685-438917FCD1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35987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07" name="Oval 2488">
                <a:extLst>
                  <a:ext uri="{FF2B5EF4-FFF2-40B4-BE49-F238E27FC236}">
                    <a16:creationId xmlns:a16="http://schemas.microsoft.com/office/drawing/2014/main" id="{534386BF-2DE1-ADB7-4DE5-763DF72830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91562" y="4835526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08" name="Oval 2489">
                <a:extLst>
                  <a:ext uri="{FF2B5EF4-FFF2-40B4-BE49-F238E27FC236}">
                    <a16:creationId xmlns:a16="http://schemas.microsoft.com/office/drawing/2014/main" id="{D7D2E681-948B-349D-CC8B-6B365289BD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5550" y="4832351"/>
                <a:ext cx="6350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09" name="Oval 2490">
                <a:extLst>
                  <a:ext uri="{FF2B5EF4-FFF2-40B4-BE49-F238E27FC236}">
                    <a16:creationId xmlns:a16="http://schemas.microsoft.com/office/drawing/2014/main" id="{634EC7E7-B889-9417-202F-CE88C21EB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9537" y="4832351"/>
                <a:ext cx="6350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10" name="Oval 2491">
                <a:extLst>
                  <a:ext uri="{FF2B5EF4-FFF2-40B4-BE49-F238E27FC236}">
                    <a16:creationId xmlns:a16="http://schemas.microsoft.com/office/drawing/2014/main" id="{8D12CA88-D59F-3169-F3E2-40BE3AFEFC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3525" y="4832351"/>
                <a:ext cx="9525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11" name="Oval 2492">
                <a:extLst>
                  <a:ext uri="{FF2B5EF4-FFF2-40B4-BE49-F238E27FC236}">
                    <a16:creationId xmlns:a16="http://schemas.microsoft.com/office/drawing/2014/main" id="{B969E921-A4D2-E8DE-5465-8877320D94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7512" y="4832351"/>
                <a:ext cx="9525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12" name="Oval 2493">
                <a:extLst>
                  <a:ext uri="{FF2B5EF4-FFF2-40B4-BE49-F238E27FC236}">
                    <a16:creationId xmlns:a16="http://schemas.microsoft.com/office/drawing/2014/main" id="{7FA4106C-CB39-FCE1-2D9B-3182B7CDA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66262" y="4832351"/>
                <a:ext cx="4763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13" name="Oval 2494">
                <a:extLst>
                  <a:ext uri="{FF2B5EF4-FFF2-40B4-BE49-F238E27FC236}">
                    <a16:creationId xmlns:a16="http://schemas.microsoft.com/office/drawing/2014/main" id="{1BD380FC-1733-35D2-BCDD-3B4E6086F8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0250" y="4832351"/>
                <a:ext cx="6350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14" name="Oval 2495">
                <a:extLst>
                  <a:ext uri="{FF2B5EF4-FFF2-40B4-BE49-F238E27FC236}">
                    <a16:creationId xmlns:a16="http://schemas.microsoft.com/office/drawing/2014/main" id="{20CECD25-CE8A-DE87-8F45-D78339519A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74237" y="4832351"/>
                <a:ext cx="6350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15" name="Oval 2496">
                <a:extLst>
                  <a:ext uri="{FF2B5EF4-FFF2-40B4-BE49-F238E27FC236}">
                    <a16:creationId xmlns:a16="http://schemas.microsoft.com/office/drawing/2014/main" id="{1903522C-3C29-4F85-DA8B-4A4B7245CB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28225" y="4832351"/>
                <a:ext cx="9525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16" name="Oval 2497">
                <a:extLst>
                  <a:ext uri="{FF2B5EF4-FFF2-40B4-BE49-F238E27FC236}">
                    <a16:creationId xmlns:a16="http://schemas.microsoft.com/office/drawing/2014/main" id="{279E80E2-ACAF-60D4-0E61-B5305FF8D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5387" y="4835526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17" name="Oval 2498">
                <a:extLst>
                  <a:ext uri="{FF2B5EF4-FFF2-40B4-BE49-F238E27FC236}">
                    <a16:creationId xmlns:a16="http://schemas.microsoft.com/office/drawing/2014/main" id="{ACDDB657-6638-8C76-31AB-CF0E3A4E29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40962" y="4835526"/>
                <a:ext cx="4763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18" name="Oval 2499">
                <a:extLst>
                  <a:ext uri="{FF2B5EF4-FFF2-40B4-BE49-F238E27FC236}">
                    <a16:creationId xmlns:a16="http://schemas.microsoft.com/office/drawing/2014/main" id="{2F5D61AC-117B-8F41-2DAB-64C461E456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94950" y="4835526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19" name="Oval 2500">
                <a:extLst>
                  <a:ext uri="{FF2B5EF4-FFF2-40B4-BE49-F238E27FC236}">
                    <a16:creationId xmlns:a16="http://schemas.microsoft.com/office/drawing/2014/main" id="{E515F71F-744B-E151-0F80-FD8B04F30D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52112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0" name="Oval 2501">
                <a:extLst>
                  <a:ext uri="{FF2B5EF4-FFF2-40B4-BE49-F238E27FC236}">
                    <a16:creationId xmlns:a16="http://schemas.microsoft.com/office/drawing/2014/main" id="{BD1F4875-5D69-4F89-A0A8-3CD463DEC7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06100" y="4835526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1" name="Oval 2502">
                <a:extLst>
                  <a:ext uri="{FF2B5EF4-FFF2-40B4-BE49-F238E27FC236}">
                    <a16:creationId xmlns:a16="http://schemas.microsoft.com/office/drawing/2014/main" id="{6AD27F06-BD04-7E88-2473-5B8A166D0C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60087" y="4835526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2" name="Oval 2503">
                <a:extLst>
                  <a:ext uri="{FF2B5EF4-FFF2-40B4-BE49-F238E27FC236}">
                    <a16:creationId xmlns:a16="http://schemas.microsoft.com/office/drawing/2014/main" id="{361AC9DB-BA56-CEE4-4B0C-82DFEFF4A2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17250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3" name="Oval 2504">
                <a:extLst>
                  <a:ext uri="{FF2B5EF4-FFF2-40B4-BE49-F238E27FC236}">
                    <a16:creationId xmlns:a16="http://schemas.microsoft.com/office/drawing/2014/main" id="{C249FB62-2A74-750D-D809-508EBAF097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2825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4" name="Oval 2505">
                <a:extLst>
                  <a:ext uri="{FF2B5EF4-FFF2-40B4-BE49-F238E27FC236}">
                    <a16:creationId xmlns:a16="http://schemas.microsoft.com/office/drawing/2014/main" id="{71F99819-8B9D-3376-5D74-19B288C4B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26812" y="4835526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5" name="Oval 2506">
                <a:extLst>
                  <a:ext uri="{FF2B5EF4-FFF2-40B4-BE49-F238E27FC236}">
                    <a16:creationId xmlns:a16="http://schemas.microsoft.com/office/drawing/2014/main" id="{633F2B2F-F847-E937-0C5E-AA1150DB99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80800" y="4835526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6" name="Oval 2507">
                <a:extLst>
                  <a:ext uri="{FF2B5EF4-FFF2-40B4-BE49-F238E27FC236}">
                    <a16:creationId xmlns:a16="http://schemas.microsoft.com/office/drawing/2014/main" id="{8725015A-01D3-63D0-F990-9F863A5044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7962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7" name="Oval 2508">
                <a:extLst>
                  <a:ext uri="{FF2B5EF4-FFF2-40B4-BE49-F238E27FC236}">
                    <a16:creationId xmlns:a16="http://schemas.microsoft.com/office/drawing/2014/main" id="{18516735-81F2-5C0A-DAF0-26BC9308A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91950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8" name="Oval 2509">
                <a:extLst>
                  <a:ext uri="{FF2B5EF4-FFF2-40B4-BE49-F238E27FC236}">
                    <a16:creationId xmlns:a16="http://schemas.microsoft.com/office/drawing/2014/main" id="{C5BB0F0E-5039-33ED-D8BE-D7E979020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47525" y="4835526"/>
                <a:ext cx="4763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9" name="Oval 2510">
                <a:extLst>
                  <a:ext uri="{FF2B5EF4-FFF2-40B4-BE49-F238E27FC236}">
                    <a16:creationId xmlns:a16="http://schemas.microsoft.com/office/drawing/2014/main" id="{9029B303-690B-2688-0828-A1A625C7BD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01512" y="4835526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0" name="Oval 2511">
                <a:extLst>
                  <a:ext uri="{FF2B5EF4-FFF2-40B4-BE49-F238E27FC236}">
                    <a16:creationId xmlns:a16="http://schemas.microsoft.com/office/drawing/2014/main" id="{BB0DD7EF-502E-4CAF-804D-FA4428FF8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58675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1" name="Oval 2512">
                <a:extLst>
                  <a:ext uri="{FF2B5EF4-FFF2-40B4-BE49-F238E27FC236}">
                    <a16:creationId xmlns:a16="http://schemas.microsoft.com/office/drawing/2014/main" id="{22664D1D-01AB-F603-60D3-109E3EF3C4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12662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2" name="Oval 2513">
                <a:extLst>
                  <a:ext uri="{FF2B5EF4-FFF2-40B4-BE49-F238E27FC236}">
                    <a16:creationId xmlns:a16="http://schemas.microsoft.com/office/drawing/2014/main" id="{D0387ECA-0B7A-8D15-4A04-82D0687BBF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6650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3" name="Oval 2514">
                <a:extLst>
                  <a:ext uri="{FF2B5EF4-FFF2-40B4-BE49-F238E27FC236}">
                    <a16:creationId xmlns:a16="http://schemas.microsoft.com/office/drawing/2014/main" id="{EC5CF936-3862-BF39-71EE-D84B47B4F3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25400" y="4835526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4" name="Oval 2515">
                <a:extLst>
                  <a:ext uri="{FF2B5EF4-FFF2-40B4-BE49-F238E27FC236}">
                    <a16:creationId xmlns:a16="http://schemas.microsoft.com/office/drawing/2014/main" id="{75A2774F-B548-F3B0-2756-2BADE377F3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9387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5" name="Oval 2516">
                <a:extLst>
                  <a:ext uri="{FF2B5EF4-FFF2-40B4-BE49-F238E27FC236}">
                    <a16:creationId xmlns:a16="http://schemas.microsoft.com/office/drawing/2014/main" id="{F7426053-44EC-3D62-90DF-30677AC7F9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33375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6" name="Oval 2517">
                <a:extLst>
                  <a:ext uri="{FF2B5EF4-FFF2-40B4-BE49-F238E27FC236}">
                    <a16:creationId xmlns:a16="http://schemas.microsoft.com/office/drawing/2014/main" id="{0124E2F8-2811-61FD-92C9-9ED8294303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7362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7" name="Freeform 2518">
                <a:extLst>
                  <a:ext uri="{FF2B5EF4-FFF2-40B4-BE49-F238E27FC236}">
                    <a16:creationId xmlns:a16="http://schemas.microsoft.com/office/drawing/2014/main" id="{951F20DF-9524-9887-2DC8-5E8B5488BF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44525" y="4835526"/>
                <a:ext cx="0" cy="3175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8" name="Freeform 2519">
                <a:extLst>
                  <a:ext uri="{FF2B5EF4-FFF2-40B4-BE49-F238E27FC236}">
                    <a16:creationId xmlns:a16="http://schemas.microsoft.com/office/drawing/2014/main" id="{B49318B8-ED96-90EE-F62D-3576955403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00100" y="4835526"/>
                <a:ext cx="1588" cy="3175"/>
              </a:xfrm>
              <a:custGeom>
                <a:avLst/>
                <a:gdLst>
                  <a:gd name="T0" fmla="*/ 0 w 1"/>
                  <a:gd name="T1" fmla="*/ 1 h 1"/>
                  <a:gd name="T2" fmla="*/ 1 w 1"/>
                  <a:gd name="T3" fmla="*/ 1 h 1"/>
                  <a:gd name="T4" fmla="*/ 0 w 1"/>
                  <a:gd name="T5" fmla="*/ 0 h 1"/>
                  <a:gd name="T6" fmla="*/ 0 w 1"/>
                  <a:gd name="T7" fmla="*/ 1 h 1"/>
                  <a:gd name="T8" fmla="*/ 0 w 1"/>
                  <a:gd name="T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39" name="Oval 2520">
                <a:extLst>
                  <a:ext uri="{FF2B5EF4-FFF2-40B4-BE49-F238E27FC236}">
                    <a16:creationId xmlns:a16="http://schemas.microsoft.com/office/drawing/2014/main" id="{41B243AD-724F-C4B2-2068-4845702EB4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4087" y="4835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0" name="Freeform 2521">
                <a:extLst>
                  <a:ext uri="{FF2B5EF4-FFF2-40B4-BE49-F238E27FC236}">
                    <a16:creationId xmlns:a16="http://schemas.microsoft.com/office/drawing/2014/main" id="{C5F62716-ED7C-D152-7A8C-94D8B785E5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11250" y="4835526"/>
                <a:ext cx="0" cy="3175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1" name="Freeform 2522">
                <a:extLst>
                  <a:ext uri="{FF2B5EF4-FFF2-40B4-BE49-F238E27FC236}">
                    <a16:creationId xmlns:a16="http://schemas.microsoft.com/office/drawing/2014/main" id="{0A82A0D6-566D-1DB1-282B-D8DCE7D6EB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65237" y="4835526"/>
                <a:ext cx="0" cy="3175"/>
              </a:xfrm>
              <a:custGeom>
                <a:avLst/>
                <a:gdLst>
                  <a:gd name="T0" fmla="*/ 1 h 1"/>
                  <a:gd name="T1" fmla="*/ 1 h 1"/>
                  <a:gd name="T2" fmla="*/ 0 h 1"/>
                  <a:gd name="T3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2" name="Freeform 2558">
                <a:extLst>
                  <a:ext uri="{FF2B5EF4-FFF2-40B4-BE49-F238E27FC236}">
                    <a16:creationId xmlns:a16="http://schemas.microsoft.com/office/drawing/2014/main" id="{B6597356-CBD7-1A47-63F6-61826BEB69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16862" y="499268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3" name="Oval 2559">
                <a:extLst>
                  <a:ext uri="{FF2B5EF4-FFF2-40B4-BE49-F238E27FC236}">
                    <a16:creationId xmlns:a16="http://schemas.microsoft.com/office/drawing/2014/main" id="{0992ADBD-F3CD-368A-3458-FCB09FB43F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0850" y="4989514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4" name="Oval 2560">
                <a:extLst>
                  <a:ext uri="{FF2B5EF4-FFF2-40B4-BE49-F238E27FC236}">
                    <a16:creationId xmlns:a16="http://schemas.microsoft.com/office/drawing/2014/main" id="{5E61AC2C-D269-1A7A-B75B-3DA1D42FDB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24837" y="4989514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5" name="Oval 2561">
                <a:extLst>
                  <a:ext uri="{FF2B5EF4-FFF2-40B4-BE49-F238E27FC236}">
                    <a16:creationId xmlns:a16="http://schemas.microsoft.com/office/drawing/2014/main" id="{555CA87D-8189-13FE-3B96-D88071BA2B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78825" y="4989514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6" name="Oval 2562">
                <a:extLst>
                  <a:ext uri="{FF2B5EF4-FFF2-40B4-BE49-F238E27FC236}">
                    <a16:creationId xmlns:a16="http://schemas.microsoft.com/office/drawing/2014/main" id="{A4B97715-AEF6-BD47-7561-169112AF63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32812" y="4986339"/>
                <a:ext cx="9525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7" name="Oval 2563">
                <a:extLst>
                  <a:ext uri="{FF2B5EF4-FFF2-40B4-BE49-F238E27FC236}">
                    <a16:creationId xmlns:a16="http://schemas.microsoft.com/office/drawing/2014/main" id="{82DF89D8-783B-2609-298C-9DDAD74B08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88387" y="4986339"/>
                <a:ext cx="7938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8" name="Oval 2564">
                <a:extLst>
                  <a:ext uri="{FF2B5EF4-FFF2-40B4-BE49-F238E27FC236}">
                    <a16:creationId xmlns:a16="http://schemas.microsoft.com/office/drawing/2014/main" id="{E80105AB-EAF5-DCC6-57E4-E8EE603FFB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2375" y="4986339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9" name="Oval 2565">
                <a:extLst>
                  <a:ext uri="{FF2B5EF4-FFF2-40B4-BE49-F238E27FC236}">
                    <a16:creationId xmlns:a16="http://schemas.microsoft.com/office/drawing/2014/main" id="{97AC987B-39AA-E762-F0FA-B02A9B9F1C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362" y="4986339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0" name="Oval 2566">
                <a:extLst>
                  <a:ext uri="{FF2B5EF4-FFF2-40B4-BE49-F238E27FC236}">
                    <a16:creationId xmlns:a16="http://schemas.microsoft.com/office/drawing/2014/main" id="{FC133EED-CA50-656B-E047-E26E19B5E1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0350" y="4983164"/>
                <a:ext cx="15875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1" name="Oval 2567">
                <a:extLst>
                  <a:ext uri="{FF2B5EF4-FFF2-40B4-BE49-F238E27FC236}">
                    <a16:creationId xmlns:a16="http://schemas.microsoft.com/office/drawing/2014/main" id="{E1849D6A-52AB-A327-8BA2-9D2F0A8F4E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5925" y="4983164"/>
                <a:ext cx="14288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2" name="Oval 2568">
                <a:extLst>
                  <a:ext uri="{FF2B5EF4-FFF2-40B4-BE49-F238E27FC236}">
                    <a16:creationId xmlns:a16="http://schemas.microsoft.com/office/drawing/2014/main" id="{7DDA55AA-4444-7A21-FAD5-8A86C03DE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63087" y="4983164"/>
                <a:ext cx="11113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3" name="Oval 2569">
                <a:extLst>
                  <a:ext uri="{FF2B5EF4-FFF2-40B4-BE49-F238E27FC236}">
                    <a16:creationId xmlns:a16="http://schemas.microsoft.com/office/drawing/2014/main" id="{493E3570-DB3F-0EE1-A752-D749F96824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7075" y="4986339"/>
                <a:ext cx="11113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4" name="Oval 2570">
                <a:extLst>
                  <a:ext uri="{FF2B5EF4-FFF2-40B4-BE49-F238E27FC236}">
                    <a16:creationId xmlns:a16="http://schemas.microsoft.com/office/drawing/2014/main" id="{19CF4160-A695-8B58-3D13-1066BA17E8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71062" y="4986339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5" name="Oval 2571">
                <a:extLst>
                  <a:ext uri="{FF2B5EF4-FFF2-40B4-BE49-F238E27FC236}">
                    <a16:creationId xmlns:a16="http://schemas.microsoft.com/office/drawing/2014/main" id="{7F3CBBBC-0D37-8EA8-EDFD-7DF779F556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28225" y="4986339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6" name="Oval 2572">
                <a:extLst>
                  <a:ext uri="{FF2B5EF4-FFF2-40B4-BE49-F238E27FC236}">
                    <a16:creationId xmlns:a16="http://schemas.microsoft.com/office/drawing/2014/main" id="{5B71671B-1834-1080-2AFF-70537EBCEB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2212" y="4986339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7" name="Oval 2573">
                <a:extLst>
                  <a:ext uri="{FF2B5EF4-FFF2-40B4-BE49-F238E27FC236}">
                    <a16:creationId xmlns:a16="http://schemas.microsoft.com/office/drawing/2014/main" id="{BA677A4A-CB90-3C3F-4119-655248EBA0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37787" y="4986339"/>
                <a:ext cx="11113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8" name="Oval 2574">
                <a:extLst>
                  <a:ext uri="{FF2B5EF4-FFF2-40B4-BE49-F238E27FC236}">
                    <a16:creationId xmlns:a16="http://schemas.microsoft.com/office/drawing/2014/main" id="{75BFB2F8-2A16-7E6E-EAAE-5B324A121C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94950" y="4986339"/>
                <a:ext cx="7938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9" name="Oval 2575">
                <a:extLst>
                  <a:ext uri="{FF2B5EF4-FFF2-40B4-BE49-F238E27FC236}">
                    <a16:creationId xmlns:a16="http://schemas.microsoft.com/office/drawing/2014/main" id="{E5F42B11-2659-1A6B-C169-1E8413D534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48937" y="4986339"/>
                <a:ext cx="9525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0" name="Oval 2576">
                <a:extLst>
                  <a:ext uri="{FF2B5EF4-FFF2-40B4-BE49-F238E27FC236}">
                    <a16:creationId xmlns:a16="http://schemas.microsoft.com/office/drawing/2014/main" id="{193F9009-61E4-BDE2-B774-812314080A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06100" y="4986339"/>
                <a:ext cx="6350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1" name="Oval 2577">
                <a:extLst>
                  <a:ext uri="{FF2B5EF4-FFF2-40B4-BE49-F238E27FC236}">
                    <a16:creationId xmlns:a16="http://schemas.microsoft.com/office/drawing/2014/main" id="{ED79DD8F-86C2-8DBA-6C10-0D1BEAD96B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60087" y="4989514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2" name="Oval 2578">
                <a:extLst>
                  <a:ext uri="{FF2B5EF4-FFF2-40B4-BE49-F238E27FC236}">
                    <a16:creationId xmlns:a16="http://schemas.microsoft.com/office/drawing/2014/main" id="{9BBE9F82-578B-1BD4-32FC-EC511FD764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15662" y="4989514"/>
                <a:ext cx="4763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3" name="Oval 2579">
                <a:extLst>
                  <a:ext uri="{FF2B5EF4-FFF2-40B4-BE49-F238E27FC236}">
                    <a16:creationId xmlns:a16="http://schemas.microsoft.com/office/drawing/2014/main" id="{AEB1E284-D273-7C5B-BF52-F67A1B82C8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2825" y="4989514"/>
                <a:ext cx="4763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4" name="Oval 2580">
                <a:extLst>
                  <a:ext uri="{FF2B5EF4-FFF2-40B4-BE49-F238E27FC236}">
                    <a16:creationId xmlns:a16="http://schemas.microsoft.com/office/drawing/2014/main" id="{A0850AFE-C4AB-F6C1-1C03-412E1700C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26812" y="4989514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5" name="Oval 2581">
                <a:extLst>
                  <a:ext uri="{FF2B5EF4-FFF2-40B4-BE49-F238E27FC236}">
                    <a16:creationId xmlns:a16="http://schemas.microsoft.com/office/drawing/2014/main" id="{A228C9DA-0D15-F69F-7721-0CD2F9774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80800" y="4989514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6" name="Oval 2582">
                <a:extLst>
                  <a:ext uri="{FF2B5EF4-FFF2-40B4-BE49-F238E27FC236}">
                    <a16:creationId xmlns:a16="http://schemas.microsoft.com/office/drawing/2014/main" id="{4C9C731E-DC6C-A2BA-AAC9-8FF60C9FF7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4787" y="4989514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7" name="Oval 2583">
                <a:extLst>
                  <a:ext uri="{FF2B5EF4-FFF2-40B4-BE49-F238E27FC236}">
                    <a16:creationId xmlns:a16="http://schemas.microsoft.com/office/drawing/2014/main" id="{8E160762-908F-12E5-764F-B51D1C142E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91950" y="4989514"/>
                <a:ext cx="3175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8" name="Oval 2584">
                <a:extLst>
                  <a:ext uri="{FF2B5EF4-FFF2-40B4-BE49-F238E27FC236}">
                    <a16:creationId xmlns:a16="http://schemas.microsoft.com/office/drawing/2014/main" id="{91A36B2F-5990-BB42-9A1A-665C9AEBA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47525" y="4989514"/>
                <a:ext cx="4763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9" name="Oval 2585">
                <a:extLst>
                  <a:ext uri="{FF2B5EF4-FFF2-40B4-BE49-F238E27FC236}">
                    <a16:creationId xmlns:a16="http://schemas.microsoft.com/office/drawing/2014/main" id="{0B9870B3-E769-0020-29AE-2A25CFA739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01512" y="4989514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70" name="Oval 2586">
                <a:extLst>
                  <a:ext uri="{FF2B5EF4-FFF2-40B4-BE49-F238E27FC236}">
                    <a16:creationId xmlns:a16="http://schemas.microsoft.com/office/drawing/2014/main" id="{A17C96FB-6B09-7A4A-E8EC-F08A6CB74D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58675" y="4989514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71" name="Oval 2587">
                <a:extLst>
                  <a:ext uri="{FF2B5EF4-FFF2-40B4-BE49-F238E27FC236}">
                    <a16:creationId xmlns:a16="http://schemas.microsoft.com/office/drawing/2014/main" id="{C469C67D-3D96-47B2-2868-F2F74C50A9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12662" y="4989514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72" name="Oval 2588">
                <a:extLst>
                  <a:ext uri="{FF2B5EF4-FFF2-40B4-BE49-F238E27FC236}">
                    <a16:creationId xmlns:a16="http://schemas.microsoft.com/office/drawing/2014/main" id="{8AA76F3D-84F8-8C3E-8943-F8E0821B7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6650" y="4989514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73" name="Oval 2589">
                <a:extLst>
                  <a:ext uri="{FF2B5EF4-FFF2-40B4-BE49-F238E27FC236}">
                    <a16:creationId xmlns:a16="http://schemas.microsoft.com/office/drawing/2014/main" id="{C4F483AA-C616-80AE-9EEE-8756915D64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22225" y="4989514"/>
                <a:ext cx="4763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74" name="Oval 2590">
                <a:extLst>
                  <a:ext uri="{FF2B5EF4-FFF2-40B4-BE49-F238E27FC236}">
                    <a16:creationId xmlns:a16="http://schemas.microsoft.com/office/drawing/2014/main" id="{B44ABDA9-5C4A-3A73-6C1F-B9DE9CCF08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9387" y="4989514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75" name="Oval 2591">
                <a:extLst>
                  <a:ext uri="{FF2B5EF4-FFF2-40B4-BE49-F238E27FC236}">
                    <a16:creationId xmlns:a16="http://schemas.microsoft.com/office/drawing/2014/main" id="{95B3CC74-8444-E2EE-AAB0-7B850C356D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33375" y="4989514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76" name="Oval 2592">
                <a:extLst>
                  <a:ext uri="{FF2B5EF4-FFF2-40B4-BE49-F238E27FC236}">
                    <a16:creationId xmlns:a16="http://schemas.microsoft.com/office/drawing/2014/main" id="{61F215F0-F251-CAA3-2831-C132C35608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7362" y="4989514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77" name="Oval 2593">
                <a:extLst>
                  <a:ext uri="{FF2B5EF4-FFF2-40B4-BE49-F238E27FC236}">
                    <a16:creationId xmlns:a16="http://schemas.microsoft.com/office/drawing/2014/main" id="{D21AB736-365A-9E06-7F65-BDC4C25FCD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44525" y="4989514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78" name="Oval 2594">
                <a:extLst>
                  <a:ext uri="{FF2B5EF4-FFF2-40B4-BE49-F238E27FC236}">
                    <a16:creationId xmlns:a16="http://schemas.microsoft.com/office/drawing/2014/main" id="{2605A079-DEFF-0811-C836-7F12243FF4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00100" y="4989514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79" name="Oval 2595">
                <a:extLst>
                  <a:ext uri="{FF2B5EF4-FFF2-40B4-BE49-F238E27FC236}">
                    <a16:creationId xmlns:a16="http://schemas.microsoft.com/office/drawing/2014/main" id="{0303E1CB-91D7-D84F-A014-1E9B8FF45C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4087" y="4989514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80" name="Rectangle 2596">
                <a:extLst>
                  <a:ext uri="{FF2B5EF4-FFF2-40B4-BE49-F238E27FC236}">
                    <a16:creationId xmlns:a16="http://schemas.microsoft.com/office/drawing/2014/main" id="{B740EF93-7026-5DC0-96C1-C339411D4D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11250" y="4992689"/>
                <a:ext cx="1588" cy="15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81" name="Freeform 2597">
                <a:extLst>
                  <a:ext uri="{FF2B5EF4-FFF2-40B4-BE49-F238E27FC236}">
                    <a16:creationId xmlns:a16="http://schemas.microsoft.com/office/drawing/2014/main" id="{0817FC87-CA75-BA32-DA95-B3B38DE101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65237" y="499268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82" name="Freeform 2634">
                <a:extLst>
                  <a:ext uri="{FF2B5EF4-FFF2-40B4-BE49-F238E27FC236}">
                    <a16:creationId xmlns:a16="http://schemas.microsoft.com/office/drawing/2014/main" id="{40BEA3A0-F058-6447-DB0F-EBFE8A6A4B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16862" y="514667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83" name="Oval 2635">
                <a:extLst>
                  <a:ext uri="{FF2B5EF4-FFF2-40B4-BE49-F238E27FC236}">
                    <a16:creationId xmlns:a16="http://schemas.microsoft.com/office/drawing/2014/main" id="{9D2D9295-3D42-CFEF-2395-FD2B0D3A01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0850" y="5146676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84" name="Oval 2636">
                <a:extLst>
                  <a:ext uri="{FF2B5EF4-FFF2-40B4-BE49-F238E27FC236}">
                    <a16:creationId xmlns:a16="http://schemas.microsoft.com/office/drawing/2014/main" id="{95D10D5E-36FF-656E-E474-37EE61DD36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24837" y="5143501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85" name="Oval 2637">
                <a:extLst>
                  <a:ext uri="{FF2B5EF4-FFF2-40B4-BE49-F238E27FC236}">
                    <a16:creationId xmlns:a16="http://schemas.microsoft.com/office/drawing/2014/main" id="{289AC5DB-E69F-2BA2-98CD-70B13AFB75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78825" y="5140326"/>
                <a:ext cx="9525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86" name="Oval 2638">
                <a:extLst>
                  <a:ext uri="{FF2B5EF4-FFF2-40B4-BE49-F238E27FC236}">
                    <a16:creationId xmlns:a16="http://schemas.microsoft.com/office/drawing/2014/main" id="{5C9EB957-33BC-CBCE-2EED-6DF7AE8AB9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31225" y="5140326"/>
                <a:ext cx="11113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87" name="Oval 2639">
                <a:extLst>
                  <a:ext uri="{FF2B5EF4-FFF2-40B4-BE49-F238E27FC236}">
                    <a16:creationId xmlns:a16="http://schemas.microsoft.com/office/drawing/2014/main" id="{E0E83B57-0000-5828-7ACA-60223FA78B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85212" y="5138738"/>
                <a:ext cx="14288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88" name="Oval 2640">
                <a:extLst>
                  <a:ext uri="{FF2B5EF4-FFF2-40B4-BE49-F238E27FC236}">
                    <a16:creationId xmlns:a16="http://schemas.microsoft.com/office/drawing/2014/main" id="{8FFE88F5-9C9C-6896-75DC-F2E7C94FA2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39200" y="5138738"/>
                <a:ext cx="17463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89" name="Oval 2641">
                <a:extLst>
                  <a:ext uri="{FF2B5EF4-FFF2-40B4-BE49-F238E27FC236}">
                    <a16:creationId xmlns:a16="http://schemas.microsoft.com/office/drawing/2014/main" id="{6B291508-885F-EFD4-0AF1-3069FA306B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3187" y="5138738"/>
                <a:ext cx="19050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90" name="Oval 2642">
                <a:extLst>
                  <a:ext uri="{FF2B5EF4-FFF2-40B4-BE49-F238E27FC236}">
                    <a16:creationId xmlns:a16="http://schemas.microsoft.com/office/drawing/2014/main" id="{5E577F1E-CA7B-D80E-0CE2-DE9FBAEE9D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7175" y="5138738"/>
                <a:ext cx="22225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91" name="Oval 2643">
                <a:extLst>
                  <a:ext uri="{FF2B5EF4-FFF2-40B4-BE49-F238E27FC236}">
                    <a16:creationId xmlns:a16="http://schemas.microsoft.com/office/drawing/2014/main" id="{3F66C343-DFE0-6D99-8079-C9F4653A0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2750" y="5138738"/>
                <a:ext cx="20638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92" name="Oval 2644">
                <a:extLst>
                  <a:ext uri="{FF2B5EF4-FFF2-40B4-BE49-F238E27FC236}">
                    <a16:creationId xmlns:a16="http://schemas.microsoft.com/office/drawing/2014/main" id="{3BC30E51-4551-8BF6-4FE4-45CA3E5E99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9912" y="5138738"/>
                <a:ext cx="17463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93" name="Oval 2645">
                <a:extLst>
                  <a:ext uri="{FF2B5EF4-FFF2-40B4-BE49-F238E27FC236}">
                    <a16:creationId xmlns:a16="http://schemas.microsoft.com/office/drawing/2014/main" id="{4C5A5554-F4CE-C95C-350F-F145D908AC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3900" y="5138738"/>
                <a:ext cx="17463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94" name="Oval 2646">
                <a:extLst>
                  <a:ext uri="{FF2B5EF4-FFF2-40B4-BE49-F238E27FC236}">
                    <a16:creationId xmlns:a16="http://schemas.microsoft.com/office/drawing/2014/main" id="{4EDDCAC1-FEE8-D6A3-4221-67037BC869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67887" y="5138738"/>
                <a:ext cx="19050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95" name="Oval 2647">
                <a:extLst>
                  <a:ext uri="{FF2B5EF4-FFF2-40B4-BE49-F238E27FC236}">
                    <a16:creationId xmlns:a16="http://schemas.microsoft.com/office/drawing/2014/main" id="{2377EE00-FCB7-027B-8303-E77A061941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25050" y="5138738"/>
                <a:ext cx="15875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96" name="Oval 2648">
                <a:extLst>
                  <a:ext uri="{FF2B5EF4-FFF2-40B4-BE49-F238E27FC236}">
                    <a16:creationId xmlns:a16="http://schemas.microsoft.com/office/drawing/2014/main" id="{6C1C145C-13FF-071B-A2B1-04A4BF9ADC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0625" y="5138738"/>
                <a:ext cx="14288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97" name="Oval 2649">
                <a:extLst>
                  <a:ext uri="{FF2B5EF4-FFF2-40B4-BE49-F238E27FC236}">
                    <a16:creationId xmlns:a16="http://schemas.microsoft.com/office/drawing/2014/main" id="{C0A1E49B-D948-7F55-12ED-3AEBF194F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37787" y="5140326"/>
                <a:ext cx="11113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98" name="Oval 2650">
                <a:extLst>
                  <a:ext uri="{FF2B5EF4-FFF2-40B4-BE49-F238E27FC236}">
                    <a16:creationId xmlns:a16="http://schemas.microsoft.com/office/drawing/2014/main" id="{131D333D-02DE-FAA2-E1FA-CE6B016077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91775" y="5140326"/>
                <a:ext cx="14288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99" name="Oval 2651">
                <a:extLst>
                  <a:ext uri="{FF2B5EF4-FFF2-40B4-BE49-F238E27FC236}">
                    <a16:creationId xmlns:a16="http://schemas.microsoft.com/office/drawing/2014/main" id="{CC8F1BC9-A816-4EAC-C322-EC1AFFCEC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45762" y="5140326"/>
                <a:ext cx="15875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00" name="Oval 2652">
                <a:extLst>
                  <a:ext uri="{FF2B5EF4-FFF2-40B4-BE49-F238E27FC236}">
                    <a16:creationId xmlns:a16="http://schemas.microsoft.com/office/drawing/2014/main" id="{87F2E9BA-7EB8-BFBF-4E1E-598321333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02925" y="5140326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01" name="Oval 2653">
                <a:extLst>
                  <a:ext uri="{FF2B5EF4-FFF2-40B4-BE49-F238E27FC236}">
                    <a16:creationId xmlns:a16="http://schemas.microsoft.com/office/drawing/2014/main" id="{B216B80C-FDD2-F931-6B5B-3A8B121E9F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56912" y="5140326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02" name="Oval 2654">
                <a:extLst>
                  <a:ext uri="{FF2B5EF4-FFF2-40B4-BE49-F238E27FC236}">
                    <a16:creationId xmlns:a16="http://schemas.microsoft.com/office/drawing/2014/main" id="{E1EE0701-4108-2304-B0E5-4B13C3D196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15662" y="5140326"/>
                <a:ext cx="7938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03" name="Oval 2655">
                <a:extLst>
                  <a:ext uri="{FF2B5EF4-FFF2-40B4-BE49-F238E27FC236}">
                    <a16:creationId xmlns:a16="http://schemas.microsoft.com/office/drawing/2014/main" id="{022A6345-C212-1625-2AE9-5877EB1DEA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69650" y="5140326"/>
                <a:ext cx="7938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04" name="Oval 2656">
                <a:extLst>
                  <a:ext uri="{FF2B5EF4-FFF2-40B4-BE49-F238E27FC236}">
                    <a16:creationId xmlns:a16="http://schemas.microsoft.com/office/drawing/2014/main" id="{CC54FB7B-CB55-1143-9F28-564FA2AB6C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23637" y="5140326"/>
                <a:ext cx="9525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05" name="Oval 2657">
                <a:extLst>
                  <a:ext uri="{FF2B5EF4-FFF2-40B4-BE49-F238E27FC236}">
                    <a16:creationId xmlns:a16="http://schemas.microsoft.com/office/drawing/2014/main" id="{7A6530C8-4A0C-A095-767B-4F4202725C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77625" y="5140326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06" name="Oval 2658">
                <a:extLst>
                  <a:ext uri="{FF2B5EF4-FFF2-40B4-BE49-F238E27FC236}">
                    <a16:creationId xmlns:a16="http://schemas.microsoft.com/office/drawing/2014/main" id="{0C584D88-851A-DD3D-0E11-B14B94BBBB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4787" y="5143501"/>
                <a:ext cx="9525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07" name="Oval 2659">
                <a:extLst>
                  <a:ext uri="{FF2B5EF4-FFF2-40B4-BE49-F238E27FC236}">
                    <a16:creationId xmlns:a16="http://schemas.microsoft.com/office/drawing/2014/main" id="{56AE4CB0-18D5-F5E1-E986-F108812149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90362" y="5143501"/>
                <a:ext cx="7938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08" name="Oval 2660">
                <a:extLst>
                  <a:ext uri="{FF2B5EF4-FFF2-40B4-BE49-F238E27FC236}">
                    <a16:creationId xmlns:a16="http://schemas.microsoft.com/office/drawing/2014/main" id="{0F1F310E-3BE3-EC41-7D0D-2F312241A4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47525" y="5143501"/>
                <a:ext cx="4763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09" name="Oval 2661">
                <a:extLst>
                  <a:ext uri="{FF2B5EF4-FFF2-40B4-BE49-F238E27FC236}">
                    <a16:creationId xmlns:a16="http://schemas.microsoft.com/office/drawing/2014/main" id="{13761C8C-ED69-43BF-B888-11A405905E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01512" y="5143501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0" name="Oval 2662">
                <a:extLst>
                  <a:ext uri="{FF2B5EF4-FFF2-40B4-BE49-F238E27FC236}">
                    <a16:creationId xmlns:a16="http://schemas.microsoft.com/office/drawing/2014/main" id="{C4E020AC-459C-E8EA-7CCD-07D7D6C148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55500" y="5143501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1" name="Oval 2663">
                <a:extLst>
                  <a:ext uri="{FF2B5EF4-FFF2-40B4-BE49-F238E27FC236}">
                    <a16:creationId xmlns:a16="http://schemas.microsoft.com/office/drawing/2014/main" id="{37A89536-DDF5-9164-E54E-4F38552D67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12662" y="5143501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2" name="Oval 2664">
                <a:extLst>
                  <a:ext uri="{FF2B5EF4-FFF2-40B4-BE49-F238E27FC236}">
                    <a16:creationId xmlns:a16="http://schemas.microsoft.com/office/drawing/2014/main" id="{9BD186F5-FDC5-5150-A724-6623B9D9AD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6650" y="5143501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3" name="Oval 2665">
                <a:extLst>
                  <a:ext uri="{FF2B5EF4-FFF2-40B4-BE49-F238E27FC236}">
                    <a16:creationId xmlns:a16="http://schemas.microsoft.com/office/drawing/2014/main" id="{E9AFE826-4989-D569-EAC5-10D3CD51CA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22225" y="5143501"/>
                <a:ext cx="4763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4" name="Oval 2666">
                <a:extLst>
                  <a:ext uri="{FF2B5EF4-FFF2-40B4-BE49-F238E27FC236}">
                    <a16:creationId xmlns:a16="http://schemas.microsoft.com/office/drawing/2014/main" id="{19B74140-073A-1890-37C9-4AECB85E6C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6212" y="5143501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5" name="Oval 2667">
                <a:extLst>
                  <a:ext uri="{FF2B5EF4-FFF2-40B4-BE49-F238E27FC236}">
                    <a16:creationId xmlns:a16="http://schemas.microsoft.com/office/drawing/2014/main" id="{2BE2651F-FEFB-F939-E174-6529380107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33375" y="5143501"/>
                <a:ext cx="3175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6" name="Oval 2668">
                <a:extLst>
                  <a:ext uri="{FF2B5EF4-FFF2-40B4-BE49-F238E27FC236}">
                    <a16:creationId xmlns:a16="http://schemas.microsoft.com/office/drawing/2014/main" id="{906EAB18-28A7-6C37-F07B-FD63CA4E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7362" y="5143501"/>
                <a:ext cx="3175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7" name="Oval 2669">
                <a:extLst>
                  <a:ext uri="{FF2B5EF4-FFF2-40B4-BE49-F238E27FC236}">
                    <a16:creationId xmlns:a16="http://schemas.microsoft.com/office/drawing/2014/main" id="{76341A0B-C17D-9376-78DA-17BA7A955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41350" y="5143501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8" name="Oval 2670">
                <a:extLst>
                  <a:ext uri="{FF2B5EF4-FFF2-40B4-BE49-F238E27FC236}">
                    <a16:creationId xmlns:a16="http://schemas.microsoft.com/office/drawing/2014/main" id="{E54D866A-1780-E800-5824-51D59F409F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00100" y="5146676"/>
                <a:ext cx="1588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9" name="Oval 2671">
                <a:extLst>
                  <a:ext uri="{FF2B5EF4-FFF2-40B4-BE49-F238E27FC236}">
                    <a16:creationId xmlns:a16="http://schemas.microsoft.com/office/drawing/2014/main" id="{F5BF70CE-F3B5-B8D4-CB1F-A63391DD1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4087" y="5146676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0" name="Oval 2672">
                <a:extLst>
                  <a:ext uri="{FF2B5EF4-FFF2-40B4-BE49-F238E27FC236}">
                    <a16:creationId xmlns:a16="http://schemas.microsoft.com/office/drawing/2014/main" id="{F1445D73-C430-FFC9-2E2F-0BD5836F1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08075" y="5146676"/>
                <a:ext cx="3175" cy="15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1" name="Freeform 2673">
                <a:extLst>
                  <a:ext uri="{FF2B5EF4-FFF2-40B4-BE49-F238E27FC236}">
                    <a16:creationId xmlns:a16="http://schemas.microsoft.com/office/drawing/2014/main" id="{6BB4DB01-F8B1-BEDB-A9F2-43F9EC2D7C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65237" y="514667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2" name="Oval 2709">
                <a:extLst>
                  <a:ext uri="{FF2B5EF4-FFF2-40B4-BE49-F238E27FC236}">
                    <a16:creationId xmlns:a16="http://schemas.microsoft.com/office/drawing/2014/main" id="{D14B88E6-75C4-F985-70BD-49F1D204EE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16862" y="53022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3" name="Oval 2710">
                <a:extLst>
                  <a:ext uri="{FF2B5EF4-FFF2-40B4-BE49-F238E27FC236}">
                    <a16:creationId xmlns:a16="http://schemas.microsoft.com/office/drawing/2014/main" id="{93F5D327-445B-8390-AD8B-259FCFD0E5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0850" y="53022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4" name="Oval 2711">
                <a:extLst>
                  <a:ext uri="{FF2B5EF4-FFF2-40B4-BE49-F238E27FC236}">
                    <a16:creationId xmlns:a16="http://schemas.microsoft.com/office/drawing/2014/main" id="{FAF23F78-697A-94CF-FEC0-62F9D390E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21662" y="5299076"/>
                <a:ext cx="9525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5" name="Oval 2712">
                <a:extLst>
                  <a:ext uri="{FF2B5EF4-FFF2-40B4-BE49-F238E27FC236}">
                    <a16:creationId xmlns:a16="http://schemas.microsoft.com/office/drawing/2014/main" id="{672AC6E6-15FE-DE89-5A1D-9F2D067A29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75650" y="5295901"/>
                <a:ext cx="12700" cy="111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6" name="Oval 2713">
                <a:extLst>
                  <a:ext uri="{FF2B5EF4-FFF2-40B4-BE49-F238E27FC236}">
                    <a16:creationId xmlns:a16="http://schemas.microsoft.com/office/drawing/2014/main" id="{0E9243CF-5E4D-F7F4-3AB5-7510E8584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28050" y="5292726"/>
                <a:ext cx="17463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7" name="Oval 2714">
                <a:extLst>
                  <a:ext uri="{FF2B5EF4-FFF2-40B4-BE49-F238E27FC236}">
                    <a16:creationId xmlns:a16="http://schemas.microsoft.com/office/drawing/2014/main" id="{631DADFF-CC94-DB81-D4B5-82A6D9F6B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82037" y="5292726"/>
                <a:ext cx="20638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8" name="Oval 2715">
                <a:extLst>
                  <a:ext uri="{FF2B5EF4-FFF2-40B4-BE49-F238E27FC236}">
                    <a16:creationId xmlns:a16="http://schemas.microsoft.com/office/drawing/2014/main" id="{C5705ACF-7B33-72E2-A834-7ACA6AE9AB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36025" y="5289551"/>
                <a:ext cx="23813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9" name="Oval 2716">
                <a:extLst>
                  <a:ext uri="{FF2B5EF4-FFF2-40B4-BE49-F238E27FC236}">
                    <a16:creationId xmlns:a16="http://schemas.microsoft.com/office/drawing/2014/main" id="{16FB6EC5-858F-71B3-3759-82160B6B03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86837" y="5289551"/>
                <a:ext cx="30163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0" name="Oval 2717">
                <a:extLst>
                  <a:ext uri="{FF2B5EF4-FFF2-40B4-BE49-F238E27FC236}">
                    <a16:creationId xmlns:a16="http://schemas.microsoft.com/office/drawing/2014/main" id="{959D4AD0-3538-164B-467F-A3FC1ADBE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2412" y="5286376"/>
                <a:ext cx="30163" cy="301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1" name="Oval 2718">
                <a:extLst>
                  <a:ext uri="{FF2B5EF4-FFF2-40B4-BE49-F238E27FC236}">
                    <a16:creationId xmlns:a16="http://schemas.microsoft.com/office/drawing/2014/main" id="{4F44287D-AA5D-E4C9-9AF0-6E5D6EDA23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9575" y="5286376"/>
                <a:ext cx="26988" cy="301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2" name="Oval 2719">
                <a:extLst>
                  <a:ext uri="{FF2B5EF4-FFF2-40B4-BE49-F238E27FC236}">
                    <a16:creationId xmlns:a16="http://schemas.microsoft.com/office/drawing/2014/main" id="{C39FE869-C68D-B434-9D9C-B6E312B58E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3562" y="5289551"/>
                <a:ext cx="30163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3" name="Oval 2720">
                <a:extLst>
                  <a:ext uri="{FF2B5EF4-FFF2-40B4-BE49-F238E27FC236}">
                    <a16:creationId xmlns:a16="http://schemas.microsoft.com/office/drawing/2014/main" id="{E9F54F29-39C1-6213-03F9-5F8038F99E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10725" y="5289551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4" name="Oval 2721">
                <a:extLst>
                  <a:ext uri="{FF2B5EF4-FFF2-40B4-BE49-F238E27FC236}">
                    <a16:creationId xmlns:a16="http://schemas.microsoft.com/office/drawing/2014/main" id="{58C055EC-BF15-90D5-5EA0-CDB5921CBE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64712" y="5289551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5" name="Oval 2722">
                <a:extLst>
                  <a:ext uri="{FF2B5EF4-FFF2-40B4-BE49-F238E27FC236}">
                    <a16:creationId xmlns:a16="http://schemas.microsoft.com/office/drawing/2014/main" id="{93937EAE-89F7-BB84-75C7-95307E76C0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21875" y="5289551"/>
                <a:ext cx="25400" cy="238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6" name="Oval 2723">
                <a:extLst>
                  <a:ext uri="{FF2B5EF4-FFF2-40B4-BE49-F238E27FC236}">
                    <a16:creationId xmlns:a16="http://schemas.microsoft.com/office/drawing/2014/main" id="{E5B3A4C8-4AC8-EDE4-199C-E0FE008DD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77450" y="5292726"/>
                <a:ext cx="23813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7" name="Oval 2724">
                <a:extLst>
                  <a:ext uri="{FF2B5EF4-FFF2-40B4-BE49-F238E27FC236}">
                    <a16:creationId xmlns:a16="http://schemas.microsoft.com/office/drawing/2014/main" id="{7B4083F0-F576-85A5-FC32-D9B3DC4A00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34612" y="5292726"/>
                <a:ext cx="17463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8" name="Oval 2725">
                <a:extLst>
                  <a:ext uri="{FF2B5EF4-FFF2-40B4-BE49-F238E27FC236}">
                    <a16:creationId xmlns:a16="http://schemas.microsoft.com/office/drawing/2014/main" id="{37477B0A-BCC1-A8E5-B297-11359D87C4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88600" y="5292726"/>
                <a:ext cx="17463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9" name="Oval 2726">
                <a:extLst>
                  <a:ext uri="{FF2B5EF4-FFF2-40B4-BE49-F238E27FC236}">
                    <a16:creationId xmlns:a16="http://schemas.microsoft.com/office/drawing/2014/main" id="{8FA4441C-0546-1205-308F-7CF9E6CAC4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45762" y="5292726"/>
                <a:ext cx="19050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0" name="Oval 2727">
                <a:extLst>
                  <a:ext uri="{FF2B5EF4-FFF2-40B4-BE49-F238E27FC236}">
                    <a16:creationId xmlns:a16="http://schemas.microsoft.com/office/drawing/2014/main" id="{E812E1EE-E564-AE3B-5787-C5029564A6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9750" y="5292726"/>
                <a:ext cx="19050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1" name="Oval 2728">
                <a:extLst>
                  <a:ext uri="{FF2B5EF4-FFF2-40B4-BE49-F238E27FC236}">
                    <a16:creationId xmlns:a16="http://schemas.microsoft.com/office/drawing/2014/main" id="{911C909B-5A96-14E6-FF7F-F1E61F93BD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55325" y="5295901"/>
                <a:ext cx="17463" cy="142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2" name="Oval 2729">
                <a:extLst>
                  <a:ext uri="{FF2B5EF4-FFF2-40B4-BE49-F238E27FC236}">
                    <a16:creationId xmlns:a16="http://schemas.microsoft.com/office/drawing/2014/main" id="{F36A8C58-3473-D108-4A01-5B74785317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12487" y="5295901"/>
                <a:ext cx="14288" cy="142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3" name="Oval 2730">
                <a:extLst>
                  <a:ext uri="{FF2B5EF4-FFF2-40B4-BE49-F238E27FC236}">
                    <a16:creationId xmlns:a16="http://schemas.microsoft.com/office/drawing/2014/main" id="{556B4162-FE88-857F-AFC3-CA90D5A89A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66475" y="5295901"/>
                <a:ext cx="14288" cy="142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4" name="Oval 2731">
                <a:extLst>
                  <a:ext uri="{FF2B5EF4-FFF2-40B4-BE49-F238E27FC236}">
                    <a16:creationId xmlns:a16="http://schemas.microsoft.com/office/drawing/2014/main" id="{6AFEF406-B4B2-2EEE-A32A-2CE1ACA4F0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23637" y="5295901"/>
                <a:ext cx="12700" cy="142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5" name="Oval 2732">
                <a:extLst>
                  <a:ext uri="{FF2B5EF4-FFF2-40B4-BE49-F238E27FC236}">
                    <a16:creationId xmlns:a16="http://schemas.microsoft.com/office/drawing/2014/main" id="{324B0ABF-67DF-4714-23C2-5ACDDCC29E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77625" y="5295901"/>
                <a:ext cx="12700" cy="111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6" name="Oval 2733">
                <a:extLst>
                  <a:ext uri="{FF2B5EF4-FFF2-40B4-BE49-F238E27FC236}">
                    <a16:creationId xmlns:a16="http://schemas.microsoft.com/office/drawing/2014/main" id="{47C4B4B2-CAB5-FB25-00DB-5C5A0EBD97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1612" y="5295901"/>
                <a:ext cx="12700" cy="111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7" name="Oval 2734">
                <a:extLst>
                  <a:ext uri="{FF2B5EF4-FFF2-40B4-BE49-F238E27FC236}">
                    <a16:creationId xmlns:a16="http://schemas.microsoft.com/office/drawing/2014/main" id="{CA4EC1CE-36AF-48ED-F082-DF994DCFE9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90362" y="5295901"/>
                <a:ext cx="7938" cy="111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8" name="Oval 2735">
                <a:extLst>
                  <a:ext uri="{FF2B5EF4-FFF2-40B4-BE49-F238E27FC236}">
                    <a16:creationId xmlns:a16="http://schemas.microsoft.com/office/drawing/2014/main" id="{EBDEB4B7-1D87-CD80-FAA3-E22C4453A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44350" y="5295901"/>
                <a:ext cx="11113" cy="111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9" name="Oval 2736">
                <a:extLst>
                  <a:ext uri="{FF2B5EF4-FFF2-40B4-BE49-F238E27FC236}">
                    <a16:creationId xmlns:a16="http://schemas.microsoft.com/office/drawing/2014/main" id="{AD604C6A-4C7A-70FE-75DA-164E703519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98337" y="5299076"/>
                <a:ext cx="12700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0" name="Oval 2737">
                <a:extLst>
                  <a:ext uri="{FF2B5EF4-FFF2-40B4-BE49-F238E27FC236}">
                    <a16:creationId xmlns:a16="http://schemas.microsoft.com/office/drawing/2014/main" id="{0DAE433D-63CF-8CC9-E726-6966CE9420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55500" y="5299076"/>
                <a:ext cx="9525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1" name="Oval 2738">
                <a:extLst>
                  <a:ext uri="{FF2B5EF4-FFF2-40B4-BE49-F238E27FC236}">
                    <a16:creationId xmlns:a16="http://schemas.microsoft.com/office/drawing/2014/main" id="{A6DD842B-CC5E-A112-8236-3E2C2B498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09487" y="5299076"/>
                <a:ext cx="9525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2" name="Oval 2739">
                <a:extLst>
                  <a:ext uri="{FF2B5EF4-FFF2-40B4-BE49-F238E27FC236}">
                    <a16:creationId xmlns:a16="http://schemas.microsoft.com/office/drawing/2014/main" id="{59DE5E97-F361-F616-2C03-7C7B457A64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5062" y="5299076"/>
                <a:ext cx="7938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3" name="Oval 2740">
                <a:extLst>
                  <a:ext uri="{FF2B5EF4-FFF2-40B4-BE49-F238E27FC236}">
                    <a16:creationId xmlns:a16="http://schemas.microsoft.com/office/drawing/2014/main" id="{C91CD91A-A9C9-992D-28EC-CD83D56270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22225" y="5299076"/>
                <a:ext cx="4763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4" name="Oval 2741">
                <a:extLst>
                  <a:ext uri="{FF2B5EF4-FFF2-40B4-BE49-F238E27FC236}">
                    <a16:creationId xmlns:a16="http://schemas.microsoft.com/office/drawing/2014/main" id="{5FD09CD2-42A4-49F3-02D6-CB2527659F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6212" y="5299076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5" name="Oval 2742">
                <a:extLst>
                  <a:ext uri="{FF2B5EF4-FFF2-40B4-BE49-F238E27FC236}">
                    <a16:creationId xmlns:a16="http://schemas.microsoft.com/office/drawing/2014/main" id="{31ED9446-247F-D16C-F3E6-87D7E7E8BD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33375" y="5299076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6" name="Oval 2743">
                <a:extLst>
                  <a:ext uri="{FF2B5EF4-FFF2-40B4-BE49-F238E27FC236}">
                    <a16:creationId xmlns:a16="http://schemas.microsoft.com/office/drawing/2014/main" id="{67224382-65AC-CB0E-2471-AA9E05A4F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7362" y="5299076"/>
                <a:ext cx="6350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7" name="Oval 2744">
                <a:extLst>
                  <a:ext uri="{FF2B5EF4-FFF2-40B4-BE49-F238E27FC236}">
                    <a16:creationId xmlns:a16="http://schemas.microsoft.com/office/drawing/2014/main" id="{EDDBCA24-EA4F-727D-A1AF-9C9EC0E303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41350" y="5302251"/>
                <a:ext cx="6350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8" name="Oval 2745">
                <a:extLst>
                  <a:ext uri="{FF2B5EF4-FFF2-40B4-BE49-F238E27FC236}">
                    <a16:creationId xmlns:a16="http://schemas.microsoft.com/office/drawing/2014/main" id="{B00DD334-B16D-96E0-5F50-508EDBB965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00100" y="53022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9" name="Oval 2746">
                <a:extLst>
                  <a:ext uri="{FF2B5EF4-FFF2-40B4-BE49-F238E27FC236}">
                    <a16:creationId xmlns:a16="http://schemas.microsoft.com/office/drawing/2014/main" id="{FD7E6CBF-FB63-3B61-6C3E-44BC863D92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4087" y="53022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0" name="Oval 2747">
                <a:extLst>
                  <a:ext uri="{FF2B5EF4-FFF2-40B4-BE49-F238E27FC236}">
                    <a16:creationId xmlns:a16="http://schemas.microsoft.com/office/drawing/2014/main" id="{426F34E0-1436-6346-D1F2-FCEF3AB6F2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08075" y="53022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1" name="Freeform 2748">
                <a:extLst>
                  <a:ext uri="{FF2B5EF4-FFF2-40B4-BE49-F238E27FC236}">
                    <a16:creationId xmlns:a16="http://schemas.microsoft.com/office/drawing/2014/main" id="{5EF47C31-AC6D-4C1E-F838-391B8269E9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65237" y="530225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2" name="Oval 2784">
                <a:extLst>
                  <a:ext uri="{FF2B5EF4-FFF2-40B4-BE49-F238E27FC236}">
                    <a16:creationId xmlns:a16="http://schemas.microsoft.com/office/drawing/2014/main" id="{2F33D545-5126-3559-4F33-127060F9B9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16862" y="5456238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3" name="Oval 2785">
                <a:extLst>
                  <a:ext uri="{FF2B5EF4-FFF2-40B4-BE49-F238E27FC236}">
                    <a16:creationId xmlns:a16="http://schemas.microsoft.com/office/drawing/2014/main" id="{38B4504A-5DB2-1D6C-59B4-DA5F11DAA5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70850" y="5456238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4" name="Oval 2786">
                <a:extLst>
                  <a:ext uri="{FF2B5EF4-FFF2-40B4-BE49-F238E27FC236}">
                    <a16:creationId xmlns:a16="http://schemas.microsoft.com/office/drawing/2014/main" id="{F8868ABE-757C-CA6A-D47D-14210E3809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21662" y="5453063"/>
                <a:ext cx="12700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5" name="Oval 2787">
                <a:extLst>
                  <a:ext uri="{FF2B5EF4-FFF2-40B4-BE49-F238E27FC236}">
                    <a16:creationId xmlns:a16="http://schemas.microsoft.com/office/drawing/2014/main" id="{CD9409B2-7C39-7CAB-6EB2-B498BA3A96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72475" y="5449888"/>
                <a:ext cx="19050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6" name="Oval 2788">
                <a:extLst>
                  <a:ext uri="{FF2B5EF4-FFF2-40B4-BE49-F238E27FC236}">
                    <a16:creationId xmlns:a16="http://schemas.microsoft.com/office/drawing/2014/main" id="{750E1CD4-AFE1-8FF0-1BB8-CF9E6AD57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24875" y="5446713"/>
                <a:ext cx="23813" cy="22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7" name="Oval 2789">
                <a:extLst>
                  <a:ext uri="{FF2B5EF4-FFF2-40B4-BE49-F238E27FC236}">
                    <a16:creationId xmlns:a16="http://schemas.microsoft.com/office/drawing/2014/main" id="{B0476300-828F-0288-2094-1DFA27DD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78862" y="5443538"/>
                <a:ext cx="30163" cy="285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8" name="Oval 2790">
                <a:extLst>
                  <a:ext uri="{FF2B5EF4-FFF2-40B4-BE49-F238E27FC236}">
                    <a16:creationId xmlns:a16="http://schemas.microsoft.com/office/drawing/2014/main" id="{1F5ACB6C-7021-4484-9DC4-35F0553195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29675" y="5440363"/>
                <a:ext cx="36513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9" name="Oval 2791">
                <a:extLst>
                  <a:ext uri="{FF2B5EF4-FFF2-40B4-BE49-F238E27FC236}">
                    <a16:creationId xmlns:a16="http://schemas.microsoft.com/office/drawing/2014/main" id="{6F6BFCBC-17B8-5A19-733C-3F2D305C8B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83662" y="5438776"/>
                <a:ext cx="36513" cy="381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0" name="Oval 2792">
                <a:extLst>
                  <a:ext uri="{FF2B5EF4-FFF2-40B4-BE49-F238E27FC236}">
                    <a16:creationId xmlns:a16="http://schemas.microsoft.com/office/drawing/2014/main" id="{A68E84D4-5E82-8462-5552-88F4E1D1FA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39237" y="5438776"/>
                <a:ext cx="38100" cy="381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1" name="Oval 2793">
                <a:extLst>
                  <a:ext uri="{FF2B5EF4-FFF2-40B4-BE49-F238E27FC236}">
                    <a16:creationId xmlns:a16="http://schemas.microsoft.com/office/drawing/2014/main" id="{F544B972-1E05-FDB8-BB3A-8DFBEFEBE8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3225" y="5438776"/>
                <a:ext cx="39688" cy="381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2" name="Oval 2794">
                <a:extLst>
                  <a:ext uri="{FF2B5EF4-FFF2-40B4-BE49-F238E27FC236}">
                    <a16:creationId xmlns:a16="http://schemas.microsoft.com/office/drawing/2014/main" id="{8A363172-5F9C-252B-D165-76184D85A2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0387" y="5438776"/>
                <a:ext cx="36513" cy="381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3" name="Oval 2795">
                <a:extLst>
                  <a:ext uri="{FF2B5EF4-FFF2-40B4-BE49-F238E27FC236}">
                    <a16:creationId xmlns:a16="http://schemas.microsoft.com/office/drawing/2014/main" id="{6A150A63-924B-3790-FF95-4C4706243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04375" y="5440363"/>
                <a:ext cx="36513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4" name="Oval 2796">
                <a:extLst>
                  <a:ext uri="{FF2B5EF4-FFF2-40B4-BE49-F238E27FC236}">
                    <a16:creationId xmlns:a16="http://schemas.microsoft.com/office/drawing/2014/main" id="{B37C31A3-26A4-4371-B80E-197BDE3649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61537" y="5440363"/>
                <a:ext cx="33338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5" name="Oval 2797">
                <a:extLst>
                  <a:ext uri="{FF2B5EF4-FFF2-40B4-BE49-F238E27FC236}">
                    <a16:creationId xmlns:a16="http://schemas.microsoft.com/office/drawing/2014/main" id="{B1FB4A89-1FC6-3F6A-501D-959EE7A1B8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17112" y="5440363"/>
                <a:ext cx="33338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6" name="Oval 2798">
                <a:extLst>
                  <a:ext uri="{FF2B5EF4-FFF2-40B4-BE49-F238E27FC236}">
                    <a16:creationId xmlns:a16="http://schemas.microsoft.com/office/drawing/2014/main" id="{68C1190C-6BB6-A6B7-6708-8456D77A7E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74275" y="5443538"/>
                <a:ext cx="30163" cy="285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7" name="Oval 2799">
                <a:extLst>
                  <a:ext uri="{FF2B5EF4-FFF2-40B4-BE49-F238E27FC236}">
                    <a16:creationId xmlns:a16="http://schemas.microsoft.com/office/drawing/2014/main" id="{32D49BEC-E8D4-D30D-7E50-0AAF782903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31437" y="5443538"/>
                <a:ext cx="23813" cy="285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8" name="Oval 2800">
                <a:extLst>
                  <a:ext uri="{FF2B5EF4-FFF2-40B4-BE49-F238E27FC236}">
                    <a16:creationId xmlns:a16="http://schemas.microsoft.com/office/drawing/2014/main" id="{F042EE7E-8171-A2E0-4FC9-FB73C4B46F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85425" y="5443538"/>
                <a:ext cx="23813" cy="285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9" name="Oval 2801">
                <a:extLst>
                  <a:ext uri="{FF2B5EF4-FFF2-40B4-BE49-F238E27FC236}">
                    <a16:creationId xmlns:a16="http://schemas.microsoft.com/office/drawing/2014/main" id="{E42E092D-0DF1-D224-1B77-9E49645CC2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42587" y="5446713"/>
                <a:ext cx="23813" cy="22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80" name="Oval 2802">
                <a:extLst>
                  <a:ext uri="{FF2B5EF4-FFF2-40B4-BE49-F238E27FC236}">
                    <a16:creationId xmlns:a16="http://schemas.microsoft.com/office/drawing/2014/main" id="{9F3BA0E0-A9AF-31BF-F918-F2E5BE8C79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96575" y="5446713"/>
                <a:ext cx="25400" cy="22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81" name="Oval 2803">
                <a:extLst>
                  <a:ext uri="{FF2B5EF4-FFF2-40B4-BE49-F238E27FC236}">
                    <a16:creationId xmlns:a16="http://schemas.microsoft.com/office/drawing/2014/main" id="{1B4693D1-D3D0-AC7D-E7CF-C48D01E4C4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55325" y="5446713"/>
                <a:ext cx="17463" cy="22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82" name="Oval 2804">
                <a:extLst>
                  <a:ext uri="{FF2B5EF4-FFF2-40B4-BE49-F238E27FC236}">
                    <a16:creationId xmlns:a16="http://schemas.microsoft.com/office/drawing/2014/main" id="{9C1B2829-1276-8249-A399-DAEDDEAB4E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09312" y="5446713"/>
                <a:ext cx="17463" cy="22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83" name="Oval 2805">
                <a:extLst>
                  <a:ext uri="{FF2B5EF4-FFF2-40B4-BE49-F238E27FC236}">
                    <a16:creationId xmlns:a16="http://schemas.microsoft.com/office/drawing/2014/main" id="{9547413E-44FD-B210-F38D-ED33DE946A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66475" y="5449888"/>
                <a:ext cx="17463" cy="190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84" name="Oval 2806">
                <a:extLst>
                  <a:ext uri="{FF2B5EF4-FFF2-40B4-BE49-F238E27FC236}">
                    <a16:creationId xmlns:a16="http://schemas.microsoft.com/office/drawing/2014/main" id="{C69029D8-1991-DE0F-4374-43C2043AA4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20462" y="5449888"/>
                <a:ext cx="19050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85" name="Oval 2807">
                <a:extLst>
                  <a:ext uri="{FF2B5EF4-FFF2-40B4-BE49-F238E27FC236}">
                    <a16:creationId xmlns:a16="http://schemas.microsoft.com/office/drawing/2014/main" id="{A29AFA0B-4A9E-3E5D-C1F7-8BB3118203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74450" y="5449888"/>
                <a:ext cx="19050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86" name="Oval 2808">
                <a:extLst>
                  <a:ext uri="{FF2B5EF4-FFF2-40B4-BE49-F238E27FC236}">
                    <a16:creationId xmlns:a16="http://schemas.microsoft.com/office/drawing/2014/main" id="{52501F62-8277-F269-5B14-CEA1BE535B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1612" y="5449888"/>
                <a:ext cx="15875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87" name="Oval 2809">
                <a:extLst>
                  <a:ext uri="{FF2B5EF4-FFF2-40B4-BE49-F238E27FC236}">
                    <a16:creationId xmlns:a16="http://schemas.microsoft.com/office/drawing/2014/main" id="{25BC5723-F681-CE4F-CF7C-87B6B34E6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87187" y="5449888"/>
                <a:ext cx="14288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88" name="Oval 2810">
                <a:extLst>
                  <a:ext uri="{FF2B5EF4-FFF2-40B4-BE49-F238E27FC236}">
                    <a16:creationId xmlns:a16="http://schemas.microsoft.com/office/drawing/2014/main" id="{76BB1D6F-C66E-49B9-C62D-80B94ED4BA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44350" y="5449888"/>
                <a:ext cx="11113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89" name="Oval 2811">
                <a:extLst>
                  <a:ext uri="{FF2B5EF4-FFF2-40B4-BE49-F238E27FC236}">
                    <a16:creationId xmlns:a16="http://schemas.microsoft.com/office/drawing/2014/main" id="{6A7C6CE5-F21E-8C76-AC65-00E3DC8056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98337" y="5449888"/>
                <a:ext cx="12700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90" name="Oval 2812">
                <a:extLst>
                  <a:ext uri="{FF2B5EF4-FFF2-40B4-BE49-F238E27FC236}">
                    <a16:creationId xmlns:a16="http://schemas.microsoft.com/office/drawing/2014/main" id="{3AF315EB-3346-859D-C5F7-6D728833C5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52325" y="5449888"/>
                <a:ext cx="12700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91" name="Oval 2813">
                <a:extLst>
                  <a:ext uri="{FF2B5EF4-FFF2-40B4-BE49-F238E27FC236}">
                    <a16:creationId xmlns:a16="http://schemas.microsoft.com/office/drawing/2014/main" id="{0771B3F2-C4BF-6F96-A795-EBDAE0BFD1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09487" y="5453063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92" name="Oval 2814">
                <a:extLst>
                  <a:ext uri="{FF2B5EF4-FFF2-40B4-BE49-F238E27FC236}">
                    <a16:creationId xmlns:a16="http://schemas.microsoft.com/office/drawing/2014/main" id="{02E40D44-E0F4-0957-2E27-1A6198093A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5062" y="5453063"/>
                <a:ext cx="7938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93" name="Oval 2815">
                <a:extLst>
                  <a:ext uri="{FF2B5EF4-FFF2-40B4-BE49-F238E27FC236}">
                    <a16:creationId xmlns:a16="http://schemas.microsoft.com/office/drawing/2014/main" id="{D865270F-25CF-E388-43C8-E6B865C1D5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19050" y="5453063"/>
                <a:ext cx="11113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94" name="Oval 2816">
                <a:extLst>
                  <a:ext uri="{FF2B5EF4-FFF2-40B4-BE49-F238E27FC236}">
                    <a16:creationId xmlns:a16="http://schemas.microsoft.com/office/drawing/2014/main" id="{92EE88E0-8195-F832-672F-DC700CA17D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6212" y="5453063"/>
                <a:ext cx="9525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95" name="Oval 2817">
                <a:extLst>
                  <a:ext uri="{FF2B5EF4-FFF2-40B4-BE49-F238E27FC236}">
                    <a16:creationId xmlns:a16="http://schemas.microsoft.com/office/drawing/2014/main" id="{5AA4584F-F5E7-1B8C-512F-9969A51111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30200" y="5453063"/>
                <a:ext cx="9525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grpSp>
          <p:nvGrpSpPr>
            <p:cNvPr id="507" name="组合 506">
              <a:extLst>
                <a:ext uri="{FF2B5EF4-FFF2-40B4-BE49-F238E27FC236}">
                  <a16:creationId xmlns:a16="http://schemas.microsoft.com/office/drawing/2014/main" id="{635C7FD4-CE6E-7F79-8DC4-41CC1DD700BF}"/>
                </a:ext>
              </a:extLst>
            </p:cNvPr>
            <p:cNvGrpSpPr/>
            <p:nvPr/>
          </p:nvGrpSpPr>
          <p:grpSpPr>
            <a:xfrm>
              <a:off x="-193993" y="6471508"/>
              <a:ext cx="6049963" cy="387350"/>
              <a:chOff x="7761287" y="5889626"/>
              <a:chExt cx="6049963" cy="387350"/>
            </a:xfrm>
            <a:solidFill>
              <a:srgbClr val="055686"/>
            </a:solidFill>
          </p:grpSpPr>
          <p:sp>
            <p:nvSpPr>
              <p:cNvPr id="396" name="Oval 3020">
                <a:extLst>
                  <a:ext uri="{FF2B5EF4-FFF2-40B4-BE49-F238E27FC236}">
                    <a16:creationId xmlns:a16="http://schemas.microsoft.com/office/drawing/2014/main" id="{4978319B-4FF8-A065-BCC1-A3332C0394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6537" y="5889626"/>
                <a:ext cx="63500" cy="666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97" name="Oval 3021">
                <a:extLst>
                  <a:ext uri="{FF2B5EF4-FFF2-40B4-BE49-F238E27FC236}">
                    <a16:creationId xmlns:a16="http://schemas.microsoft.com/office/drawing/2014/main" id="{728AEF56-3C8B-22BF-C1E0-BABD493BAF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80525" y="5892801"/>
                <a:ext cx="63500" cy="635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98" name="Oval 3022">
                <a:extLst>
                  <a:ext uri="{FF2B5EF4-FFF2-40B4-BE49-F238E27FC236}">
                    <a16:creationId xmlns:a16="http://schemas.microsoft.com/office/drawing/2014/main" id="{9A572A89-B8BF-0C74-BD3E-1F9A003D8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37687" y="5892801"/>
                <a:ext cx="61913" cy="603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99" name="Oval 3023">
                <a:extLst>
                  <a:ext uri="{FF2B5EF4-FFF2-40B4-BE49-F238E27FC236}">
                    <a16:creationId xmlns:a16="http://schemas.microsoft.com/office/drawing/2014/main" id="{3F922510-B769-0BC4-DF43-E296352097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93262" y="5895976"/>
                <a:ext cx="60325" cy="571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0" name="Oval 3024">
                <a:extLst>
                  <a:ext uri="{FF2B5EF4-FFF2-40B4-BE49-F238E27FC236}">
                    <a16:creationId xmlns:a16="http://schemas.microsoft.com/office/drawing/2014/main" id="{D082137E-BE34-D17F-5033-CA01B73962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50425" y="5895976"/>
                <a:ext cx="53975" cy="539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1" name="Oval 3025">
                <a:extLst>
                  <a:ext uri="{FF2B5EF4-FFF2-40B4-BE49-F238E27FC236}">
                    <a16:creationId xmlns:a16="http://schemas.microsoft.com/office/drawing/2014/main" id="{1D342B32-5A0D-FC42-1648-7998F07B9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7587" y="5899151"/>
                <a:ext cx="50800" cy="508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2" name="Oval 3026">
                <a:extLst>
                  <a:ext uri="{FF2B5EF4-FFF2-40B4-BE49-F238E27FC236}">
                    <a16:creationId xmlns:a16="http://schemas.microsoft.com/office/drawing/2014/main" id="{7F2AB118-1C58-BF77-9D73-94D3F74A4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4750" y="5899151"/>
                <a:ext cx="47625" cy="476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3" name="Oval 3027">
                <a:extLst>
                  <a:ext uri="{FF2B5EF4-FFF2-40B4-BE49-F238E27FC236}">
                    <a16:creationId xmlns:a16="http://schemas.microsoft.com/office/drawing/2014/main" id="{FE5E0184-2A96-F9E0-AB5E-C2BE14F594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21912" y="5902326"/>
                <a:ext cx="46038" cy="444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4" name="Oval 3028">
                <a:extLst>
                  <a:ext uri="{FF2B5EF4-FFF2-40B4-BE49-F238E27FC236}">
                    <a16:creationId xmlns:a16="http://schemas.microsoft.com/office/drawing/2014/main" id="{6F60C4CA-DF4C-2B33-F221-75C6CAA7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75900" y="5902326"/>
                <a:ext cx="42863" cy="412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5" name="Oval 3029">
                <a:extLst>
                  <a:ext uri="{FF2B5EF4-FFF2-40B4-BE49-F238E27FC236}">
                    <a16:creationId xmlns:a16="http://schemas.microsoft.com/office/drawing/2014/main" id="{96F38864-9176-44F4-5B76-1A9F02C831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33062" y="5903913"/>
                <a:ext cx="39688" cy="396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6" name="Oval 3030">
                <a:extLst>
                  <a:ext uri="{FF2B5EF4-FFF2-40B4-BE49-F238E27FC236}">
                    <a16:creationId xmlns:a16="http://schemas.microsoft.com/office/drawing/2014/main" id="{D6764B65-8708-4879-0A4E-7F3B87DAA3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88637" y="5903913"/>
                <a:ext cx="38100" cy="396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7" name="Oval 3031">
                <a:extLst>
                  <a:ext uri="{FF2B5EF4-FFF2-40B4-BE49-F238E27FC236}">
                    <a16:creationId xmlns:a16="http://schemas.microsoft.com/office/drawing/2014/main" id="{98E156C9-FDDC-9792-CB77-07D243AA18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45800" y="5903913"/>
                <a:ext cx="36513" cy="365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8" name="Oval 3032">
                <a:extLst>
                  <a:ext uri="{FF2B5EF4-FFF2-40B4-BE49-F238E27FC236}">
                    <a16:creationId xmlns:a16="http://schemas.microsoft.com/office/drawing/2014/main" id="{EBAC50B1-05BD-7675-2B6B-B9D0EF8D49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02962" y="5907088"/>
                <a:ext cx="33338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9" name="Oval 3033">
                <a:extLst>
                  <a:ext uri="{FF2B5EF4-FFF2-40B4-BE49-F238E27FC236}">
                    <a16:creationId xmlns:a16="http://schemas.microsoft.com/office/drawing/2014/main" id="{2EE48B27-ADD1-7FBF-AE19-960D40B7A3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56950" y="5907088"/>
                <a:ext cx="33338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10" name="Oval 3034">
                <a:extLst>
                  <a:ext uri="{FF2B5EF4-FFF2-40B4-BE49-F238E27FC236}">
                    <a16:creationId xmlns:a16="http://schemas.microsoft.com/office/drawing/2014/main" id="{F2CA9E5A-FB84-F057-2392-B162D1F9F3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14112" y="5907088"/>
                <a:ext cx="30163" cy="301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11" name="Oval 3035">
                <a:extLst>
                  <a:ext uri="{FF2B5EF4-FFF2-40B4-BE49-F238E27FC236}">
                    <a16:creationId xmlns:a16="http://schemas.microsoft.com/office/drawing/2014/main" id="{1695BB1B-C459-3997-8E8B-489CD91C53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68100" y="5907088"/>
                <a:ext cx="31750" cy="301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12" name="Oval 3036">
                <a:extLst>
                  <a:ext uri="{FF2B5EF4-FFF2-40B4-BE49-F238E27FC236}">
                    <a16:creationId xmlns:a16="http://schemas.microsoft.com/office/drawing/2014/main" id="{23EC5DE1-C8BB-99DB-F6FF-DE8A615AB8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26850" y="5910263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13" name="Oval 3037">
                <a:extLst>
                  <a:ext uri="{FF2B5EF4-FFF2-40B4-BE49-F238E27FC236}">
                    <a16:creationId xmlns:a16="http://schemas.microsoft.com/office/drawing/2014/main" id="{C5BDB638-E526-4314-FB9C-1621E985A8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80837" y="5910263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14" name="Oval 3038">
                <a:extLst>
                  <a:ext uri="{FF2B5EF4-FFF2-40B4-BE49-F238E27FC236}">
                    <a16:creationId xmlns:a16="http://schemas.microsoft.com/office/drawing/2014/main" id="{9589A5F3-7B81-59CC-2070-7684309FB7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38000" y="5910263"/>
                <a:ext cx="23813" cy="254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15" name="Oval 3039">
                <a:extLst>
                  <a:ext uri="{FF2B5EF4-FFF2-40B4-BE49-F238E27FC236}">
                    <a16:creationId xmlns:a16="http://schemas.microsoft.com/office/drawing/2014/main" id="{5A78EB95-CCA7-43AC-8079-C85DB52B8F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91987" y="5910263"/>
                <a:ext cx="23813" cy="254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16" name="Oval 3040">
                <a:extLst>
                  <a:ext uri="{FF2B5EF4-FFF2-40B4-BE49-F238E27FC236}">
                    <a16:creationId xmlns:a16="http://schemas.microsoft.com/office/drawing/2014/main" id="{6F017830-F85F-F349-4C65-C66683B2F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49150" y="5913438"/>
                <a:ext cx="22225" cy="22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17" name="Oval 3041">
                <a:extLst>
                  <a:ext uri="{FF2B5EF4-FFF2-40B4-BE49-F238E27FC236}">
                    <a16:creationId xmlns:a16="http://schemas.microsoft.com/office/drawing/2014/main" id="{32C71D91-58CB-B987-DDF6-4D7EB007CD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03137" y="5913438"/>
                <a:ext cx="22225" cy="222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18" name="Oval 3042">
                <a:extLst>
                  <a:ext uri="{FF2B5EF4-FFF2-40B4-BE49-F238E27FC236}">
                    <a16:creationId xmlns:a16="http://schemas.microsoft.com/office/drawing/2014/main" id="{4CF38BD0-AA03-F541-7375-9E371AB8DA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1887" y="5913438"/>
                <a:ext cx="17463" cy="190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19" name="Oval 3043">
                <a:extLst>
                  <a:ext uri="{FF2B5EF4-FFF2-40B4-BE49-F238E27FC236}">
                    <a16:creationId xmlns:a16="http://schemas.microsoft.com/office/drawing/2014/main" id="{B4AE50CE-D49D-9D6E-B02E-2FE463239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15875" y="5916613"/>
                <a:ext cx="17463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20" name="Oval 3044">
                <a:extLst>
                  <a:ext uri="{FF2B5EF4-FFF2-40B4-BE49-F238E27FC236}">
                    <a16:creationId xmlns:a16="http://schemas.microsoft.com/office/drawing/2014/main" id="{E20D8381-75B7-CDA6-629C-E5258E69B9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3037" y="5916613"/>
                <a:ext cx="14288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21" name="Oval 3045">
                <a:extLst>
                  <a:ext uri="{FF2B5EF4-FFF2-40B4-BE49-F238E27FC236}">
                    <a16:creationId xmlns:a16="http://schemas.microsoft.com/office/drawing/2014/main" id="{BDE883C8-EFDD-87A1-432A-170EC91E67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27025" y="5916613"/>
                <a:ext cx="15875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22" name="Oval 3046">
                <a:extLst>
                  <a:ext uri="{FF2B5EF4-FFF2-40B4-BE49-F238E27FC236}">
                    <a16:creationId xmlns:a16="http://schemas.microsoft.com/office/drawing/2014/main" id="{735890A7-B286-46DF-40F1-40E60EDAC4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4187" y="5916613"/>
                <a:ext cx="12700" cy="127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23" name="Oval 3047">
                <a:extLst>
                  <a:ext uri="{FF2B5EF4-FFF2-40B4-BE49-F238E27FC236}">
                    <a16:creationId xmlns:a16="http://schemas.microsoft.com/office/drawing/2014/main" id="{921417B6-6583-B9CB-1345-0314946E6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39762" y="5919788"/>
                <a:ext cx="11113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24" name="Oval 3048">
                <a:extLst>
                  <a:ext uri="{FF2B5EF4-FFF2-40B4-BE49-F238E27FC236}">
                    <a16:creationId xmlns:a16="http://schemas.microsoft.com/office/drawing/2014/main" id="{AA25FF82-E92F-64AC-4DA3-C872D86FEF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6925" y="5919788"/>
                <a:ext cx="4763" cy="6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25" name="Oval 3049">
                <a:extLst>
                  <a:ext uri="{FF2B5EF4-FFF2-40B4-BE49-F238E27FC236}">
                    <a16:creationId xmlns:a16="http://schemas.microsoft.com/office/drawing/2014/main" id="{436873A3-9D7A-B287-956B-1A53D5C6FB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4087" y="5922963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26" name="Oval 3050">
                <a:extLst>
                  <a:ext uri="{FF2B5EF4-FFF2-40B4-BE49-F238E27FC236}">
                    <a16:creationId xmlns:a16="http://schemas.microsoft.com/office/drawing/2014/main" id="{6CE34101-5347-293B-CDB7-4189731A2A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08075" y="5922963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27" name="Freeform 3086">
                <a:extLst>
                  <a:ext uri="{FF2B5EF4-FFF2-40B4-BE49-F238E27FC236}">
                    <a16:creationId xmlns:a16="http://schemas.microsoft.com/office/drawing/2014/main" id="{ADFD1949-0FED-9B49-9391-666F6B1FBD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61287" y="6076951"/>
                <a:ext cx="0" cy="3175"/>
              </a:xfrm>
              <a:custGeom>
                <a:avLst/>
                <a:gdLst>
                  <a:gd name="T0" fmla="*/ 2 h 2"/>
                  <a:gd name="T1" fmla="*/ 2 h 2"/>
                  <a:gd name="T2" fmla="*/ 0 h 2"/>
                  <a:gd name="T3" fmla="*/ 2 h 2"/>
                  <a:gd name="T4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28" name="Oval 3087">
                <a:extLst>
                  <a:ext uri="{FF2B5EF4-FFF2-40B4-BE49-F238E27FC236}">
                    <a16:creationId xmlns:a16="http://schemas.microsoft.com/office/drawing/2014/main" id="{D0A5C8EC-AC9F-761E-51C5-09A9609B3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16862" y="6076951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29" name="Oval 3088">
                <a:extLst>
                  <a:ext uri="{FF2B5EF4-FFF2-40B4-BE49-F238E27FC236}">
                    <a16:creationId xmlns:a16="http://schemas.microsoft.com/office/drawing/2014/main" id="{1F63CA4D-8AB9-BFA3-E07C-1D1262EE12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67675" y="6073776"/>
                <a:ext cx="9525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30" name="Oval 3089">
                <a:extLst>
                  <a:ext uri="{FF2B5EF4-FFF2-40B4-BE49-F238E27FC236}">
                    <a16:creationId xmlns:a16="http://schemas.microsoft.com/office/drawing/2014/main" id="{DE1B6AC0-A0BE-12FE-3B83-80FED59F99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15312" y="6069013"/>
                <a:ext cx="25400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31" name="Oval 3090">
                <a:extLst>
                  <a:ext uri="{FF2B5EF4-FFF2-40B4-BE49-F238E27FC236}">
                    <a16:creationId xmlns:a16="http://schemas.microsoft.com/office/drawing/2014/main" id="{F7D544B4-FEFD-7BEF-4F52-0ED2EE78A6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64537" y="6062663"/>
                <a:ext cx="36513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32" name="Oval 3091">
                <a:extLst>
                  <a:ext uri="{FF2B5EF4-FFF2-40B4-BE49-F238E27FC236}">
                    <a16:creationId xmlns:a16="http://schemas.microsoft.com/office/drawing/2014/main" id="{93F0F3E1-6762-9A47-F242-0FAD6B5B16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15350" y="6056313"/>
                <a:ext cx="46038" cy="460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33" name="Oval 3092">
                <a:extLst>
                  <a:ext uri="{FF2B5EF4-FFF2-40B4-BE49-F238E27FC236}">
                    <a16:creationId xmlns:a16="http://schemas.microsoft.com/office/drawing/2014/main" id="{71C797EE-5777-11AA-4AE3-B558C4048A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62987" y="6049963"/>
                <a:ext cx="58738" cy="571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34" name="Oval 3093">
                <a:extLst>
                  <a:ext uri="{FF2B5EF4-FFF2-40B4-BE49-F238E27FC236}">
                    <a16:creationId xmlns:a16="http://schemas.microsoft.com/office/drawing/2014/main" id="{14FC7E83-7CBE-E1C1-5AB1-527D286625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15387" y="6043613"/>
                <a:ext cx="66675" cy="698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35" name="Oval 3094">
                <a:extLst>
                  <a:ext uri="{FF2B5EF4-FFF2-40B4-BE49-F238E27FC236}">
                    <a16:creationId xmlns:a16="http://schemas.microsoft.com/office/drawing/2014/main" id="{65D64842-4842-B6DF-94B3-D2ACFF8C93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66200" y="6040438"/>
                <a:ext cx="73025" cy="762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36" name="Oval 3095">
                <a:extLst>
                  <a:ext uri="{FF2B5EF4-FFF2-40B4-BE49-F238E27FC236}">
                    <a16:creationId xmlns:a16="http://schemas.microsoft.com/office/drawing/2014/main" id="{406F3762-E4D4-DDE9-7675-0CCF62C570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0187" y="6040438"/>
                <a:ext cx="76200" cy="762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37" name="Oval 3096">
                <a:extLst>
                  <a:ext uri="{FF2B5EF4-FFF2-40B4-BE49-F238E27FC236}">
                    <a16:creationId xmlns:a16="http://schemas.microsoft.com/office/drawing/2014/main" id="{023137C6-D84C-BDC0-0881-E517D9DF9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74175" y="6040438"/>
                <a:ext cx="76200" cy="762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38" name="Oval 3097">
                <a:extLst>
                  <a:ext uri="{FF2B5EF4-FFF2-40B4-BE49-F238E27FC236}">
                    <a16:creationId xmlns:a16="http://schemas.microsoft.com/office/drawing/2014/main" id="{DC8451DD-A0E6-9363-B9D0-03A7DCD0A7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32925" y="6043613"/>
                <a:ext cx="68263" cy="698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39" name="Oval 3098">
                <a:extLst>
                  <a:ext uri="{FF2B5EF4-FFF2-40B4-BE49-F238E27FC236}">
                    <a16:creationId xmlns:a16="http://schemas.microsoft.com/office/drawing/2014/main" id="{390B19EE-FF83-F2B1-F0DC-C7646178AA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90087" y="6043613"/>
                <a:ext cx="66675" cy="698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40" name="Oval 3099">
                <a:extLst>
                  <a:ext uri="{FF2B5EF4-FFF2-40B4-BE49-F238E27FC236}">
                    <a16:creationId xmlns:a16="http://schemas.microsoft.com/office/drawing/2014/main" id="{3BC0C081-2E31-31FB-8F57-64E6251847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47250" y="6046788"/>
                <a:ext cx="63500" cy="635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41" name="Oval 3100">
                <a:extLst>
                  <a:ext uri="{FF2B5EF4-FFF2-40B4-BE49-F238E27FC236}">
                    <a16:creationId xmlns:a16="http://schemas.microsoft.com/office/drawing/2014/main" id="{C4E1507A-EA1B-937C-2B44-D538BFCF9A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4412" y="6049963"/>
                <a:ext cx="57150" cy="571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42" name="Oval 3101">
                <a:extLst>
                  <a:ext uri="{FF2B5EF4-FFF2-40B4-BE49-F238E27FC236}">
                    <a16:creationId xmlns:a16="http://schemas.microsoft.com/office/drawing/2014/main" id="{9C05FE70-798B-5036-2F06-4B45E1065B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1575" y="6049963"/>
                <a:ext cx="53975" cy="571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43" name="Oval 3102">
                <a:extLst>
                  <a:ext uri="{FF2B5EF4-FFF2-40B4-BE49-F238E27FC236}">
                    <a16:creationId xmlns:a16="http://schemas.microsoft.com/office/drawing/2014/main" id="{E0C77E05-56B3-9828-5AFD-8BA8E14D6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15562" y="6053138"/>
                <a:ext cx="55563" cy="508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44" name="Oval 3103">
                <a:extLst>
                  <a:ext uri="{FF2B5EF4-FFF2-40B4-BE49-F238E27FC236}">
                    <a16:creationId xmlns:a16="http://schemas.microsoft.com/office/drawing/2014/main" id="{2FAF309E-C68D-B259-00B3-516C461D2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72725" y="6053138"/>
                <a:ext cx="49213" cy="508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45" name="Oval 3104">
                <a:extLst>
                  <a:ext uri="{FF2B5EF4-FFF2-40B4-BE49-F238E27FC236}">
                    <a16:creationId xmlns:a16="http://schemas.microsoft.com/office/drawing/2014/main" id="{837DDE55-D2D2-60B1-C000-0BD9DC7C66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31475" y="6056313"/>
                <a:ext cx="44450" cy="460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46" name="Oval 3105">
                <a:extLst>
                  <a:ext uri="{FF2B5EF4-FFF2-40B4-BE49-F238E27FC236}">
                    <a16:creationId xmlns:a16="http://schemas.microsoft.com/office/drawing/2014/main" id="{76FCD497-D533-D185-0481-C3EDB95D54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85462" y="6056313"/>
                <a:ext cx="44450" cy="460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47" name="Oval 3106">
                <a:extLst>
                  <a:ext uri="{FF2B5EF4-FFF2-40B4-BE49-F238E27FC236}">
                    <a16:creationId xmlns:a16="http://schemas.microsoft.com/office/drawing/2014/main" id="{5B4B7B0D-9263-6BE1-F08F-0D9DEE23B9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42625" y="6059488"/>
                <a:ext cx="42863" cy="396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48" name="Oval 3107">
                <a:extLst>
                  <a:ext uri="{FF2B5EF4-FFF2-40B4-BE49-F238E27FC236}">
                    <a16:creationId xmlns:a16="http://schemas.microsoft.com/office/drawing/2014/main" id="{06CE8EEB-DE2D-66DA-EB42-D13DA627A6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99787" y="6059488"/>
                <a:ext cx="39688" cy="396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49" name="Oval 3108">
                <a:extLst>
                  <a:ext uri="{FF2B5EF4-FFF2-40B4-BE49-F238E27FC236}">
                    <a16:creationId xmlns:a16="http://schemas.microsoft.com/office/drawing/2014/main" id="{C63DCDDE-12A2-9F1B-BC30-DFD68944A1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53775" y="6059488"/>
                <a:ext cx="39688" cy="396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50" name="Oval 3109">
                <a:extLst>
                  <a:ext uri="{FF2B5EF4-FFF2-40B4-BE49-F238E27FC236}">
                    <a16:creationId xmlns:a16="http://schemas.microsoft.com/office/drawing/2014/main" id="{FF2AD673-3610-2FC2-4689-BD12BECCD0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10937" y="6062663"/>
                <a:ext cx="36513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51" name="Oval 3110">
                <a:extLst>
                  <a:ext uri="{FF2B5EF4-FFF2-40B4-BE49-F238E27FC236}">
                    <a16:creationId xmlns:a16="http://schemas.microsoft.com/office/drawing/2014/main" id="{4A8E6E75-B4FD-DFEE-5E10-D5F9682A4D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68100" y="6062663"/>
                <a:ext cx="33338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52" name="Oval 3111">
                <a:extLst>
                  <a:ext uri="{FF2B5EF4-FFF2-40B4-BE49-F238E27FC236}">
                    <a16:creationId xmlns:a16="http://schemas.microsoft.com/office/drawing/2014/main" id="{3B37E5F8-4F4D-2396-F444-6073CA9BB4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23675" y="6062663"/>
                <a:ext cx="33338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53" name="Oval 3112">
                <a:extLst>
                  <a:ext uri="{FF2B5EF4-FFF2-40B4-BE49-F238E27FC236}">
                    <a16:creationId xmlns:a16="http://schemas.microsoft.com/office/drawing/2014/main" id="{AEFAAB95-670B-F886-77B0-D606AB378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77662" y="6062663"/>
                <a:ext cx="33338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54" name="Oval 3113">
                <a:extLst>
                  <a:ext uri="{FF2B5EF4-FFF2-40B4-BE49-F238E27FC236}">
                    <a16:creationId xmlns:a16="http://schemas.microsoft.com/office/drawing/2014/main" id="{480AC13F-58C1-A835-714D-B67634DAA6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34825" y="6065838"/>
                <a:ext cx="30163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55" name="Oval 3114">
                <a:extLst>
                  <a:ext uri="{FF2B5EF4-FFF2-40B4-BE49-F238E27FC236}">
                    <a16:creationId xmlns:a16="http://schemas.microsoft.com/office/drawing/2014/main" id="{763781A3-5C4B-EF51-BB16-D914F11834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91987" y="6065838"/>
                <a:ext cx="23813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56" name="Oval 3115">
                <a:extLst>
                  <a:ext uri="{FF2B5EF4-FFF2-40B4-BE49-F238E27FC236}">
                    <a16:creationId xmlns:a16="http://schemas.microsoft.com/office/drawing/2014/main" id="{81D5F408-AF73-1F22-08F6-A124510C7C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45975" y="6065838"/>
                <a:ext cx="25400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57" name="Oval 3116">
                <a:extLst>
                  <a:ext uri="{FF2B5EF4-FFF2-40B4-BE49-F238E27FC236}">
                    <a16:creationId xmlns:a16="http://schemas.microsoft.com/office/drawing/2014/main" id="{7612289F-E8CC-7D4D-FA27-15061F4025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03137" y="6069013"/>
                <a:ext cx="22225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58" name="Oval 3117">
                <a:extLst>
                  <a:ext uri="{FF2B5EF4-FFF2-40B4-BE49-F238E27FC236}">
                    <a16:creationId xmlns:a16="http://schemas.microsoft.com/office/drawing/2014/main" id="{711DD1CC-ED47-01B7-3C16-C5086CE1B0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58712" y="6069013"/>
                <a:ext cx="20638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59" name="Oval 3118">
                <a:extLst>
                  <a:ext uri="{FF2B5EF4-FFF2-40B4-BE49-F238E27FC236}">
                    <a16:creationId xmlns:a16="http://schemas.microsoft.com/office/drawing/2014/main" id="{AB11AB3C-4684-B3F3-1B5E-88AFD24295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15875" y="6069013"/>
                <a:ext cx="17463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60" name="Oval 3119">
                <a:extLst>
                  <a:ext uri="{FF2B5EF4-FFF2-40B4-BE49-F238E27FC236}">
                    <a16:creationId xmlns:a16="http://schemas.microsoft.com/office/drawing/2014/main" id="{24C04B73-C862-39E2-E966-95D06C0C6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3037" y="6070601"/>
                <a:ext cx="14288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61" name="Oval 3120">
                <a:extLst>
                  <a:ext uri="{FF2B5EF4-FFF2-40B4-BE49-F238E27FC236}">
                    <a16:creationId xmlns:a16="http://schemas.microsoft.com/office/drawing/2014/main" id="{9221453B-1E7C-A102-B521-B1B191203A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27025" y="6070601"/>
                <a:ext cx="15875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62" name="Oval 3121">
                <a:extLst>
                  <a:ext uri="{FF2B5EF4-FFF2-40B4-BE49-F238E27FC236}">
                    <a16:creationId xmlns:a16="http://schemas.microsoft.com/office/drawing/2014/main" id="{AF9CA5F9-062D-2A67-C24F-AC245EDFFB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4187" y="6073776"/>
                <a:ext cx="12700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63" name="Oval 3122">
                <a:extLst>
                  <a:ext uri="{FF2B5EF4-FFF2-40B4-BE49-F238E27FC236}">
                    <a16:creationId xmlns:a16="http://schemas.microsoft.com/office/drawing/2014/main" id="{D7812372-A3CF-0E38-9B15-28C0E6F995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39762" y="6073776"/>
                <a:ext cx="11113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64" name="Oval 3123">
                <a:extLst>
                  <a:ext uri="{FF2B5EF4-FFF2-40B4-BE49-F238E27FC236}">
                    <a16:creationId xmlns:a16="http://schemas.microsoft.com/office/drawing/2014/main" id="{EE3DED2A-5D1E-B55E-999E-68E5BF79CC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6925" y="6073776"/>
                <a:ext cx="7938" cy="95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65" name="Oval 3124">
                <a:extLst>
                  <a:ext uri="{FF2B5EF4-FFF2-40B4-BE49-F238E27FC236}">
                    <a16:creationId xmlns:a16="http://schemas.microsoft.com/office/drawing/2014/main" id="{B310276F-5A40-3A75-FB92-C4AF4CABF2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4087" y="6076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66" name="Oval 3125">
                <a:extLst>
                  <a:ext uri="{FF2B5EF4-FFF2-40B4-BE49-F238E27FC236}">
                    <a16:creationId xmlns:a16="http://schemas.microsoft.com/office/drawing/2014/main" id="{9A3887BD-69E6-4F8F-DB13-97D5E72956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08075" y="6076951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67" name="Rectangle 3161">
                <a:extLst>
                  <a:ext uri="{FF2B5EF4-FFF2-40B4-BE49-F238E27FC236}">
                    <a16:creationId xmlns:a16="http://schemas.microsoft.com/office/drawing/2014/main" id="{46B8B4F9-3823-8C05-8932-6F982A2128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61287" y="6235701"/>
                <a:ext cx="1588" cy="15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68" name="Oval 3162">
                <a:extLst>
                  <a:ext uri="{FF2B5EF4-FFF2-40B4-BE49-F238E27FC236}">
                    <a16:creationId xmlns:a16="http://schemas.microsoft.com/office/drawing/2014/main" id="{B066A6C2-0DD3-6CC7-503F-7BDC1E43F4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16862" y="6232526"/>
                <a:ext cx="1588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69" name="Oval 3163">
                <a:extLst>
                  <a:ext uri="{FF2B5EF4-FFF2-40B4-BE49-F238E27FC236}">
                    <a16:creationId xmlns:a16="http://schemas.microsoft.com/office/drawing/2014/main" id="{01512456-D356-019F-D232-598F0E624C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64500" y="6229351"/>
                <a:ext cx="15875" cy="111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70" name="Oval 3164">
                <a:extLst>
                  <a:ext uri="{FF2B5EF4-FFF2-40B4-BE49-F238E27FC236}">
                    <a16:creationId xmlns:a16="http://schemas.microsoft.com/office/drawing/2014/main" id="{F20AC569-84AE-8613-197B-BBA24E55F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15312" y="6219826"/>
                <a:ext cx="25400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71" name="Oval 3165">
                <a:extLst>
                  <a:ext uri="{FF2B5EF4-FFF2-40B4-BE49-F238E27FC236}">
                    <a16:creationId xmlns:a16="http://schemas.microsoft.com/office/drawing/2014/main" id="{2DBF6C06-F0F2-6E1A-4699-F1B3A29303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64537" y="6213476"/>
                <a:ext cx="36513" cy="396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72" name="Oval 3166">
                <a:extLst>
                  <a:ext uri="{FF2B5EF4-FFF2-40B4-BE49-F238E27FC236}">
                    <a16:creationId xmlns:a16="http://schemas.microsoft.com/office/drawing/2014/main" id="{3E843A5B-E3D3-B7BB-093F-09DE4AF55D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12175" y="6207126"/>
                <a:ext cx="52388" cy="523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73" name="Oval 3167">
                <a:extLst>
                  <a:ext uri="{FF2B5EF4-FFF2-40B4-BE49-F238E27FC236}">
                    <a16:creationId xmlns:a16="http://schemas.microsoft.com/office/drawing/2014/main" id="{225F134B-8D25-0869-D3E1-EFDD04872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61400" y="6202363"/>
                <a:ext cx="65088" cy="666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74" name="Oval 3168">
                <a:extLst>
                  <a:ext uri="{FF2B5EF4-FFF2-40B4-BE49-F238E27FC236}">
                    <a16:creationId xmlns:a16="http://schemas.microsoft.com/office/drawing/2014/main" id="{478071AE-2582-AA75-B00C-F0CDE8A441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9037" y="6196013"/>
                <a:ext cx="76200" cy="746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75" name="Oval 3169">
                <a:extLst>
                  <a:ext uri="{FF2B5EF4-FFF2-40B4-BE49-F238E27FC236}">
                    <a16:creationId xmlns:a16="http://schemas.microsoft.com/office/drawing/2014/main" id="{2622A6C5-66D5-9A2B-6A32-31FAF46946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59850" y="6192838"/>
                <a:ext cx="85725" cy="809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76" name="Oval 3170">
                <a:extLst>
                  <a:ext uri="{FF2B5EF4-FFF2-40B4-BE49-F238E27FC236}">
                    <a16:creationId xmlns:a16="http://schemas.microsoft.com/office/drawing/2014/main" id="{398684D7-77FB-48CD-BB66-BC5DC874FF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17012" y="6192838"/>
                <a:ext cx="82550" cy="841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77" name="Oval 3171">
                <a:extLst>
                  <a:ext uri="{FF2B5EF4-FFF2-40B4-BE49-F238E27FC236}">
                    <a16:creationId xmlns:a16="http://schemas.microsoft.com/office/drawing/2014/main" id="{238D8E5A-33DB-3F62-374B-2BD23477B9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72587" y="6192838"/>
                <a:ext cx="80963" cy="809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78" name="Oval 3172">
                <a:extLst>
                  <a:ext uri="{FF2B5EF4-FFF2-40B4-BE49-F238E27FC236}">
                    <a16:creationId xmlns:a16="http://schemas.microsoft.com/office/drawing/2014/main" id="{92FD1F48-2274-1064-0A8E-95703A6DC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29750" y="6196013"/>
                <a:ext cx="77788" cy="777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79" name="Oval 3173">
                <a:extLst>
                  <a:ext uri="{FF2B5EF4-FFF2-40B4-BE49-F238E27FC236}">
                    <a16:creationId xmlns:a16="http://schemas.microsoft.com/office/drawing/2014/main" id="{3D848AF7-1BD5-6630-D4A6-414127E503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86912" y="6196013"/>
                <a:ext cx="73025" cy="746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80" name="Oval 3174">
                <a:extLst>
                  <a:ext uri="{FF2B5EF4-FFF2-40B4-BE49-F238E27FC236}">
                    <a16:creationId xmlns:a16="http://schemas.microsoft.com/office/drawing/2014/main" id="{8735E2DF-6004-786F-C64C-6F216E37C4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44075" y="6199188"/>
                <a:ext cx="69850" cy="714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81" name="Oval 3175">
                <a:extLst>
                  <a:ext uri="{FF2B5EF4-FFF2-40B4-BE49-F238E27FC236}">
                    <a16:creationId xmlns:a16="http://schemas.microsoft.com/office/drawing/2014/main" id="{219C6155-42E5-3F63-DBA6-5D7A1CAD21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1237" y="6202363"/>
                <a:ext cx="66675" cy="666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82" name="Oval 3176">
                <a:extLst>
                  <a:ext uri="{FF2B5EF4-FFF2-40B4-BE49-F238E27FC236}">
                    <a16:creationId xmlns:a16="http://schemas.microsoft.com/office/drawing/2014/main" id="{88C3D792-394E-22ED-F51F-83521B1E9E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55225" y="6202363"/>
                <a:ext cx="63500" cy="635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83" name="Oval 3177">
                <a:extLst>
                  <a:ext uri="{FF2B5EF4-FFF2-40B4-BE49-F238E27FC236}">
                    <a16:creationId xmlns:a16="http://schemas.microsoft.com/office/drawing/2014/main" id="{1805657C-3CBB-09DF-D292-647F84FCC2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12387" y="6203951"/>
                <a:ext cx="61913" cy="587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84" name="Oval 3178">
                <a:extLst>
                  <a:ext uri="{FF2B5EF4-FFF2-40B4-BE49-F238E27FC236}">
                    <a16:creationId xmlns:a16="http://schemas.microsoft.com/office/drawing/2014/main" id="{F567084F-DEB9-4665-539D-D975323696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71137" y="6207126"/>
                <a:ext cx="57150" cy="555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85" name="Oval 3179">
                <a:extLst>
                  <a:ext uri="{FF2B5EF4-FFF2-40B4-BE49-F238E27FC236}">
                    <a16:creationId xmlns:a16="http://schemas.microsoft.com/office/drawing/2014/main" id="{231F4C45-ADC2-84A8-5CD0-F08B0569B3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28300" y="6207126"/>
                <a:ext cx="50800" cy="555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86" name="Oval 3180">
                <a:extLst>
                  <a:ext uri="{FF2B5EF4-FFF2-40B4-BE49-F238E27FC236}">
                    <a16:creationId xmlns:a16="http://schemas.microsoft.com/office/drawing/2014/main" id="{B26D6C74-6F5D-6A4A-B693-91C1324FF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85462" y="6210301"/>
                <a:ext cx="47625" cy="492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87" name="Oval 3181">
                <a:extLst>
                  <a:ext uri="{FF2B5EF4-FFF2-40B4-BE49-F238E27FC236}">
                    <a16:creationId xmlns:a16="http://schemas.microsoft.com/office/drawing/2014/main" id="{7D656454-68A5-36B6-DAD5-9E718D07F5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39450" y="6210301"/>
                <a:ext cx="47625" cy="492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88" name="Oval 3182">
                <a:extLst>
                  <a:ext uri="{FF2B5EF4-FFF2-40B4-BE49-F238E27FC236}">
                    <a16:creationId xmlns:a16="http://schemas.microsoft.com/office/drawing/2014/main" id="{2C83F38E-A88D-B1F8-C54A-2D2C59F9F5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96612" y="6210301"/>
                <a:ext cx="46038" cy="460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89" name="Oval 3183">
                <a:extLst>
                  <a:ext uri="{FF2B5EF4-FFF2-40B4-BE49-F238E27FC236}">
                    <a16:creationId xmlns:a16="http://schemas.microsoft.com/office/drawing/2014/main" id="{C11F677F-9318-60FA-389D-6CB36EA4CF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53775" y="6213476"/>
                <a:ext cx="42863" cy="428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90" name="Oval 3184">
                <a:extLst>
                  <a:ext uri="{FF2B5EF4-FFF2-40B4-BE49-F238E27FC236}">
                    <a16:creationId xmlns:a16="http://schemas.microsoft.com/office/drawing/2014/main" id="{B11B2C9F-4094-70EB-372A-20B298FF27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07762" y="6213476"/>
                <a:ext cx="39688" cy="396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91" name="Oval 3185">
                <a:extLst>
                  <a:ext uri="{FF2B5EF4-FFF2-40B4-BE49-F238E27FC236}">
                    <a16:creationId xmlns:a16="http://schemas.microsoft.com/office/drawing/2014/main" id="{F0F698CA-8F0A-3ED5-4861-01B05F8EE1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66512" y="6213476"/>
                <a:ext cx="34925" cy="396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92" name="Oval 3186">
                <a:extLst>
                  <a:ext uri="{FF2B5EF4-FFF2-40B4-BE49-F238E27FC236}">
                    <a16:creationId xmlns:a16="http://schemas.microsoft.com/office/drawing/2014/main" id="{9931E061-3703-7AC7-BDBD-FEF69F0E3A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20500" y="6216651"/>
                <a:ext cx="36513" cy="365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93" name="Oval 3187">
                <a:extLst>
                  <a:ext uri="{FF2B5EF4-FFF2-40B4-BE49-F238E27FC236}">
                    <a16:creationId xmlns:a16="http://schemas.microsoft.com/office/drawing/2014/main" id="{DBFB2602-2D75-C40E-85C2-E3DBB6B784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77662" y="6216651"/>
                <a:ext cx="33338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94" name="Oval 3188">
                <a:extLst>
                  <a:ext uri="{FF2B5EF4-FFF2-40B4-BE49-F238E27FC236}">
                    <a16:creationId xmlns:a16="http://schemas.microsoft.com/office/drawing/2014/main" id="{86641DDD-F274-5C40-FA5D-4F7009846A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31650" y="6216651"/>
                <a:ext cx="33338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95" name="Oval 3189">
                <a:extLst>
                  <a:ext uri="{FF2B5EF4-FFF2-40B4-BE49-F238E27FC236}">
                    <a16:creationId xmlns:a16="http://schemas.microsoft.com/office/drawing/2014/main" id="{6CF49C6F-91C6-4BF9-C6A9-1383116169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88812" y="6219826"/>
                <a:ext cx="30163" cy="301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96" name="Oval 3190">
                <a:extLst>
                  <a:ext uri="{FF2B5EF4-FFF2-40B4-BE49-F238E27FC236}">
                    <a16:creationId xmlns:a16="http://schemas.microsoft.com/office/drawing/2014/main" id="{0EDE1DCD-67DC-19CF-F2F2-71B19F1523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45975" y="6219826"/>
                <a:ext cx="28575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97" name="Oval 3191">
                <a:extLst>
                  <a:ext uri="{FF2B5EF4-FFF2-40B4-BE49-F238E27FC236}">
                    <a16:creationId xmlns:a16="http://schemas.microsoft.com/office/drawing/2014/main" id="{AA38E395-2548-780D-053B-174E98354A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01550" y="6219826"/>
                <a:ext cx="26988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98" name="Oval 3192">
                <a:extLst>
                  <a:ext uri="{FF2B5EF4-FFF2-40B4-BE49-F238E27FC236}">
                    <a16:creationId xmlns:a16="http://schemas.microsoft.com/office/drawing/2014/main" id="{DCC146B5-8F7B-F1FB-D8D0-B156878BCB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58712" y="6223001"/>
                <a:ext cx="23813" cy="238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99" name="Oval 3193">
                <a:extLst>
                  <a:ext uri="{FF2B5EF4-FFF2-40B4-BE49-F238E27FC236}">
                    <a16:creationId xmlns:a16="http://schemas.microsoft.com/office/drawing/2014/main" id="{C1D0B8C4-9FBC-0115-5DC6-C4A7046DA8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15875" y="6223001"/>
                <a:ext cx="17463" cy="20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00" name="Oval 3194">
                <a:extLst>
                  <a:ext uri="{FF2B5EF4-FFF2-40B4-BE49-F238E27FC236}">
                    <a16:creationId xmlns:a16="http://schemas.microsoft.com/office/drawing/2014/main" id="{49245CE7-1261-9AC5-7C57-77B3830131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69862" y="6226176"/>
                <a:ext cx="17463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01" name="Oval 3195">
                <a:extLst>
                  <a:ext uri="{FF2B5EF4-FFF2-40B4-BE49-F238E27FC236}">
                    <a16:creationId xmlns:a16="http://schemas.microsoft.com/office/drawing/2014/main" id="{425358AB-8EF3-0920-5287-F8BA93A560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27025" y="6226176"/>
                <a:ext cx="15875" cy="142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02" name="Oval 3196">
                <a:extLst>
                  <a:ext uri="{FF2B5EF4-FFF2-40B4-BE49-F238E27FC236}">
                    <a16:creationId xmlns:a16="http://schemas.microsoft.com/office/drawing/2014/main" id="{1BF327ED-A6BE-3990-AC81-B6051B5EE3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1012" y="6226176"/>
                <a:ext cx="15875" cy="142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03" name="Oval 3197">
                <a:extLst>
                  <a:ext uri="{FF2B5EF4-FFF2-40B4-BE49-F238E27FC236}">
                    <a16:creationId xmlns:a16="http://schemas.microsoft.com/office/drawing/2014/main" id="{2BF3B096-1DBB-E876-6C60-EC1A1EE7C6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39762" y="6229351"/>
                <a:ext cx="11113" cy="111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04" name="Oval 3198">
                <a:extLst>
                  <a:ext uri="{FF2B5EF4-FFF2-40B4-BE49-F238E27FC236}">
                    <a16:creationId xmlns:a16="http://schemas.microsoft.com/office/drawing/2014/main" id="{BD0CCD76-35C4-44D6-ACA4-C6F375C6FA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6925" y="6229351"/>
                <a:ext cx="7938" cy="7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05" name="Oval 3199">
                <a:extLst>
                  <a:ext uri="{FF2B5EF4-FFF2-40B4-BE49-F238E27FC236}">
                    <a16:creationId xmlns:a16="http://schemas.microsoft.com/office/drawing/2014/main" id="{B4964BD4-AFB5-FF63-F321-8B067EBDEA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4087" y="6232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06" name="Oval 3200">
                <a:extLst>
                  <a:ext uri="{FF2B5EF4-FFF2-40B4-BE49-F238E27FC236}">
                    <a16:creationId xmlns:a16="http://schemas.microsoft.com/office/drawing/2014/main" id="{D0230706-BD31-83F0-F925-FE5427362A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08075" y="6232526"/>
                <a:ext cx="3175" cy="31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53314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dbfymfn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</TotalTime>
  <Words>773</Words>
  <Application>Microsoft Office PowerPoint</Application>
  <PresentationFormat>宽屏</PresentationFormat>
  <Paragraphs>68</Paragraphs>
  <Slides>21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MicrosoftYaHei</vt:lpstr>
      <vt:lpstr>等线</vt:lpstr>
      <vt:lpstr>方正风雅宋简体</vt:lpstr>
      <vt:lpstr>宋体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A2888</dc:creator>
  <cp:lastModifiedBy>LINGYULE WANG</cp:lastModifiedBy>
  <cp:revision>47</cp:revision>
  <dcterms:created xsi:type="dcterms:W3CDTF">2022-12-01T08:53:58Z</dcterms:created>
  <dcterms:modified xsi:type="dcterms:W3CDTF">2025-05-26T05:44:20Z</dcterms:modified>
</cp:coreProperties>
</file>