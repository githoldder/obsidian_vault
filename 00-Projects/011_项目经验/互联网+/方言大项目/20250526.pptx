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74" r:id="rId4"/>
    <p:sldId id="298" r:id="rId5"/>
    <p:sldId id="303" r:id="rId6"/>
    <p:sldId id="299" r:id="rId7"/>
    <p:sldId id="300" r:id="rId8"/>
    <p:sldId id="301" r:id="rId9"/>
    <p:sldId id="302" r:id="rId10"/>
    <p:sldId id="276" r:id="rId11"/>
    <p:sldId id="259" r:id="rId12"/>
    <p:sldId id="29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0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5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AFFD5-1EA3-4189-B004-77B13ACE0877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A9C70-C80D-46A6-B310-3AE7DBFFF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777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6D9E8-B0FB-BB1B-7C94-A855DCB41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0BFF95-2C82-CEB9-8568-75ACEB6ED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D4A08A-8ABC-7496-6349-33F8101C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5F530-3E01-0047-BB6D-DAF2E3BC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79E10C-BDAC-7E83-540D-9F8BDDE1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9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148B3-B2FE-8AFA-3B7B-F60DE406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B1B505-614B-33B8-390E-7929995CF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B1BE88-D4BA-7C41-EFF1-199FCDC7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57D817-8B1E-87CC-DAFE-74411F79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78AFAD-3501-6155-71D3-FA238D50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69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C00A1-999F-DF68-476D-C61A3DDE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AD8094-F21F-9996-6D02-FDC3DE31F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BEB07E-22FC-FAFF-6D4C-77319A4DD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8026A-9A52-CA96-AD8F-AC0A8236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173DB1-370E-D1A8-E348-A585A8054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619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FF533-0091-27F8-3409-CE3FEC9C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D2680-8A59-2930-C016-3A99573F1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11BE8E-0A0A-02E2-79DD-B331D4731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845101-6881-9678-057D-7A785DE82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3D3BAD-2FAE-BB42-17E2-4F898E10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62C2A5-A7C7-A894-65B6-A29CC593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362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14C61-AADB-1A72-BED2-41ADB244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9FE3DA-66EA-7329-BD52-2208E8E21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F569C7-981A-B8FC-B994-D29ECAD39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29777C-CD83-B45B-071B-B27742C42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A59BC9-CDC1-B0C0-378C-A5B7A3CC3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72139B-D15B-A266-8E4E-255EFCF8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1BA6F4-3572-DAD6-F46E-5844509B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1925B0-BD49-102A-5DA3-021BEE1D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678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E8D12-3E58-05D2-C759-82BC0140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F253E0-10F9-68CB-5A75-E7F98DEE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E05D1B-20B9-1618-D0AC-C29DEA8FA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7B54B1-0C7C-2268-2868-4DBC357E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59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4A1E7D-335A-8F5B-C829-02E46EED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33CB57-35A7-1FB4-1218-CC03CFB2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4374DA-184E-7E26-641A-D875B305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85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C341B-0612-79BB-3E78-3CDD50DD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4D869-2B9B-43BE-8448-01429318B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1EAE80-258E-F73C-D73F-7D434F8C7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26B619-578E-7743-35EA-5996C267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FEF43F-0D49-6D0D-F5F7-CED9134D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BF2E84-2F08-070F-6534-5D82BAC3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11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C132D-039A-151A-10B9-0A883A47C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2E7751-741C-F6CA-47DF-D411163D8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423B49-E2DD-FEF1-216F-DB63C9A39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767103-4F52-FECB-B4F1-E1CF2F864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65A15D-BFBB-0549-5BA1-BA40AF45D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C58DFD-9F7E-0F05-4E35-BD9380A7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3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05EA6-71EA-F68E-31EA-81237E176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875C7A-D72F-1B3B-09E3-1DE46DD5E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30E5C2-4954-DD2B-E30A-0816A7C2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2312BE-CD2E-8BC3-E432-BA0B64AC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F766B-9B9A-007D-0F4C-73FA3C98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851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74AD9C-5DDC-4095-7B68-8037A1D68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B9FD2B-D855-88E9-19B4-559720DA9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DA817D-A7A8-2527-709F-F73A59D2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08921D-2B74-FE30-825B-F9325FB37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304671-493B-95FC-C074-FB16B8A5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051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6CB698-0BC5-735F-2BD0-494EDAF35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78791E-7FCD-4172-02DB-62CA88B8C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2C2068-A3AB-CC54-6EE8-2E92CAD44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13C99-0D65-4F9C-978B-9A7B6D9F4131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8F2E53-0EB0-4438-3BF7-800203E46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7C165-AE6A-F778-0985-2639FFD2A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75733-97A9-4ABF-9E14-AAD418E8A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096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B666409-2BED-FFCF-5D20-CD873686AD87}"/>
              </a:ext>
            </a:extLst>
          </p:cNvPr>
          <p:cNvSpPr/>
          <p:nvPr/>
        </p:nvSpPr>
        <p:spPr>
          <a:xfrm>
            <a:off x="0" y="-2"/>
            <a:ext cx="278964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7E7DBD-8F41-70BD-F188-A0273D727208}"/>
              </a:ext>
            </a:extLst>
          </p:cNvPr>
          <p:cNvSpPr txBox="1"/>
          <p:nvPr/>
        </p:nvSpPr>
        <p:spPr>
          <a:xfrm>
            <a:off x="859729" y="1905504"/>
            <a:ext cx="10701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言</a:t>
            </a:r>
            <a:endParaRPr lang="en-US" altLang="zh-CN" sz="4800" dirty="0">
              <a:solidFill>
                <a:schemeClr val="bg1"/>
              </a:solidFill>
            </a:endParaRPr>
          </a:p>
          <a:p>
            <a:r>
              <a:rPr lang="zh-CN" altLang="en-US" sz="4800" dirty="0">
                <a:solidFill>
                  <a:schemeClr val="bg1"/>
                </a:solidFill>
              </a:rPr>
              <a:t>值</a:t>
            </a:r>
            <a:endParaRPr lang="en-US" altLang="zh-CN" sz="4800" dirty="0">
              <a:solidFill>
                <a:schemeClr val="bg1"/>
              </a:solidFill>
            </a:endParaRPr>
          </a:p>
          <a:p>
            <a:r>
              <a:rPr lang="zh-CN" altLang="en-US" sz="4800" dirty="0">
                <a:solidFill>
                  <a:schemeClr val="bg1"/>
                </a:solidFill>
              </a:rPr>
              <a:t>计</a:t>
            </a:r>
            <a:endParaRPr lang="en-US" altLang="zh-CN" sz="4800" dirty="0">
              <a:solidFill>
                <a:schemeClr val="bg1"/>
              </a:solidFill>
            </a:endParaRPr>
          </a:p>
          <a:p>
            <a:r>
              <a:rPr lang="zh-CN" altLang="en-US" sz="4800" dirty="0">
                <a:solidFill>
                  <a:schemeClr val="bg1"/>
                </a:solidFill>
              </a:rPr>
              <a:t>划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59F9034-7A97-8238-8408-F5190CF26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801" y="0"/>
            <a:ext cx="1445198" cy="143850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888D2AC-AADE-0FE3-C4CC-3432D450ECDD}"/>
              </a:ext>
            </a:extLst>
          </p:cNvPr>
          <p:cNvSpPr txBox="1"/>
          <p:nvPr/>
        </p:nvSpPr>
        <p:spPr>
          <a:xfrm>
            <a:off x="5195145" y="6211147"/>
            <a:ext cx="3908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墨趣古风体" panose="03000503000000000000" pitchFamily="66" charset="-122"/>
                <a:ea typeface="墨趣古风体" panose="03000503000000000000" pitchFamily="66" charset="-122"/>
              </a:rPr>
              <a:t>计算机信息工程学院</a:t>
            </a:r>
            <a:r>
              <a:rPr lang="en-US" altLang="zh-CN" sz="2000" dirty="0">
                <a:latin typeface="墨趣古风体" panose="03000503000000000000" pitchFamily="66" charset="-122"/>
                <a:ea typeface="墨趣古风体" panose="03000503000000000000" pitchFamily="66" charset="-122"/>
              </a:rPr>
              <a:t>-</a:t>
            </a:r>
            <a:r>
              <a:rPr lang="zh-CN" altLang="en-US" sz="2000" dirty="0">
                <a:latin typeface="墨趣古风体" panose="03000503000000000000" pitchFamily="66" charset="-122"/>
                <a:ea typeface="墨趣古风体" panose="03000503000000000000" pitchFamily="66" charset="-122"/>
              </a:rPr>
              <a:t>程序员之家</a:t>
            </a:r>
          </a:p>
        </p:txBody>
      </p:sp>
    </p:spTree>
    <p:extLst>
      <p:ext uri="{BB962C8B-B14F-4D97-AF65-F5344CB8AC3E}">
        <p14:creationId xmlns:p14="http://schemas.microsoft.com/office/powerpoint/2010/main" val="3710491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655A-F14E-92FA-3B58-29AF02BA7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B9D1D44C-4784-495D-47F6-F75FD68EE0C5}"/>
              </a:ext>
            </a:extLst>
          </p:cNvPr>
          <p:cNvSpPr txBox="1"/>
          <p:nvPr/>
        </p:nvSpPr>
        <p:spPr>
          <a:xfrm>
            <a:off x="514418" y="5060404"/>
            <a:ext cx="108032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文化符号是指在特定文化或社会群体中具有特定意义、能够传递信息或价值的符号、标志、图像、语言、行为或物体。它是文化的表现形式，承载了集体记忆、信仰、价值观或身份认同。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3BEA10-F553-082D-7495-3CA88C1D1D36}"/>
              </a:ext>
            </a:extLst>
          </p:cNvPr>
          <p:cNvSpPr/>
          <p:nvPr/>
        </p:nvSpPr>
        <p:spPr>
          <a:xfrm>
            <a:off x="0" y="0"/>
            <a:ext cx="12191999" cy="660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06CEB6-D077-D4D6-E7EB-57FE4248F587}"/>
              </a:ext>
            </a:extLst>
          </p:cNvPr>
          <p:cNvSpPr txBox="1"/>
          <p:nvPr/>
        </p:nvSpPr>
        <p:spPr>
          <a:xfrm>
            <a:off x="4749856" y="-109041"/>
            <a:ext cx="26922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文化符号</a:t>
            </a:r>
            <a:endParaRPr lang="en-US" altLang="zh-CN" sz="4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175EF9-5466-D388-11BA-81B334D25A88}"/>
              </a:ext>
            </a:extLst>
          </p:cNvPr>
          <p:cNvSpPr txBox="1"/>
          <p:nvPr/>
        </p:nvSpPr>
        <p:spPr>
          <a:xfrm>
            <a:off x="677333" y="1083733"/>
            <a:ext cx="4301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此处插入一些可以表示文化符号的图片，图片不要有背景</a:t>
            </a:r>
          </a:p>
        </p:txBody>
      </p:sp>
    </p:spTree>
    <p:extLst>
      <p:ext uri="{BB962C8B-B14F-4D97-AF65-F5344CB8AC3E}">
        <p14:creationId xmlns:p14="http://schemas.microsoft.com/office/powerpoint/2010/main" val="386536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8ACEE-469C-DD08-ED07-A0475E67D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BBA27ED-342D-A934-4B31-B8CC67111748}"/>
              </a:ext>
            </a:extLst>
          </p:cNvPr>
          <p:cNvSpPr/>
          <p:nvPr/>
        </p:nvSpPr>
        <p:spPr>
          <a:xfrm>
            <a:off x="1" y="0"/>
            <a:ext cx="12191999" cy="660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相关研究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82379C-2FE7-917B-5801-B63E26823042}"/>
              </a:ext>
            </a:extLst>
          </p:cNvPr>
          <p:cNvSpPr txBox="1"/>
          <p:nvPr/>
        </p:nvSpPr>
        <p:spPr>
          <a:xfrm>
            <a:off x="346253" y="5323221"/>
            <a:ext cx="11499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插入说明文字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DAE3AA0-9C4A-C181-C844-A9CBDE9FD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9" y="711063"/>
            <a:ext cx="3802882" cy="28045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C1F4591-1E97-5EAF-3DF7-2DC67E0F96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16" r="8156"/>
          <a:stretch/>
        </p:blipFill>
        <p:spPr>
          <a:xfrm>
            <a:off x="3549572" y="2113359"/>
            <a:ext cx="4328159" cy="30813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6363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2A217-88E9-2189-81C4-64D9C7BA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2B20D94-1088-C7F5-7FAD-9862C459E9E8}"/>
              </a:ext>
            </a:extLst>
          </p:cNvPr>
          <p:cNvSpPr/>
          <p:nvPr/>
        </p:nvSpPr>
        <p:spPr>
          <a:xfrm>
            <a:off x="1" y="0"/>
            <a:ext cx="12191999" cy="660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文化符号的影响因素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DB9FF3-C24E-20BC-7408-61FC5EA170AB}"/>
              </a:ext>
            </a:extLst>
          </p:cNvPr>
          <p:cNvSpPr txBox="1"/>
          <p:nvPr/>
        </p:nvSpPr>
        <p:spPr>
          <a:xfrm>
            <a:off x="55000" y="832501"/>
            <a:ext cx="177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插入说明文字</a:t>
            </a:r>
          </a:p>
        </p:txBody>
      </p:sp>
    </p:spTree>
    <p:extLst>
      <p:ext uri="{BB962C8B-B14F-4D97-AF65-F5344CB8AC3E}">
        <p14:creationId xmlns:p14="http://schemas.microsoft.com/office/powerpoint/2010/main" val="3104197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91FBA-E645-9B23-A41E-CFECB9E7B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878FFCF-6181-3290-CB30-753636788414}"/>
              </a:ext>
            </a:extLst>
          </p:cNvPr>
          <p:cNvSpPr/>
          <p:nvPr/>
        </p:nvSpPr>
        <p:spPr>
          <a:xfrm>
            <a:off x="1" y="0"/>
            <a:ext cx="12191999" cy="660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目标对象</a:t>
            </a:r>
          </a:p>
        </p:txBody>
      </p:sp>
    </p:spTree>
    <p:extLst>
      <p:ext uri="{BB962C8B-B14F-4D97-AF65-F5344CB8AC3E}">
        <p14:creationId xmlns:p14="http://schemas.microsoft.com/office/powerpoint/2010/main" val="42965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B8CB3-3965-42A6-FD20-8506757C5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D9BBB92-22FC-7182-D6AC-F542292EC43A}"/>
              </a:ext>
            </a:extLst>
          </p:cNvPr>
          <p:cNvSpPr/>
          <p:nvPr/>
        </p:nvSpPr>
        <p:spPr>
          <a:xfrm>
            <a:off x="1" y="0"/>
            <a:ext cx="12191999" cy="660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数据采集阶段</a:t>
            </a:r>
          </a:p>
        </p:txBody>
      </p:sp>
    </p:spTree>
    <p:extLst>
      <p:ext uri="{BB962C8B-B14F-4D97-AF65-F5344CB8AC3E}">
        <p14:creationId xmlns:p14="http://schemas.microsoft.com/office/powerpoint/2010/main" val="3724038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71041-2F98-651A-3500-BCCE9360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2A0F9C5-2691-3949-5355-0853899E4937}"/>
              </a:ext>
            </a:extLst>
          </p:cNvPr>
          <p:cNvSpPr/>
          <p:nvPr/>
        </p:nvSpPr>
        <p:spPr>
          <a:xfrm>
            <a:off x="1" y="0"/>
            <a:ext cx="12191999" cy="660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模型训练阶段</a:t>
            </a:r>
          </a:p>
        </p:txBody>
      </p:sp>
    </p:spTree>
    <p:extLst>
      <p:ext uri="{BB962C8B-B14F-4D97-AF65-F5344CB8AC3E}">
        <p14:creationId xmlns:p14="http://schemas.microsoft.com/office/powerpoint/2010/main" val="25587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A9E14-F2B5-CF9D-C6CA-8EA48811C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F5A17A0-908F-E928-78D1-FAD787F492A7}"/>
              </a:ext>
            </a:extLst>
          </p:cNvPr>
          <p:cNvSpPr/>
          <p:nvPr/>
        </p:nvSpPr>
        <p:spPr>
          <a:xfrm>
            <a:off x="1" y="0"/>
            <a:ext cx="12191999" cy="660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软件实施阶段</a:t>
            </a:r>
          </a:p>
        </p:txBody>
      </p:sp>
    </p:spTree>
    <p:extLst>
      <p:ext uri="{BB962C8B-B14F-4D97-AF65-F5344CB8AC3E}">
        <p14:creationId xmlns:p14="http://schemas.microsoft.com/office/powerpoint/2010/main" val="303599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7C12A-C1C9-62C4-F7F4-C786FF008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FD80235-7CCE-5557-EBAE-63A73A36599B}"/>
              </a:ext>
            </a:extLst>
          </p:cNvPr>
          <p:cNvSpPr/>
          <p:nvPr/>
        </p:nvSpPr>
        <p:spPr>
          <a:xfrm>
            <a:off x="1" y="0"/>
            <a:ext cx="12191999" cy="660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运维阶段</a:t>
            </a:r>
          </a:p>
        </p:txBody>
      </p:sp>
    </p:spTree>
    <p:extLst>
      <p:ext uri="{BB962C8B-B14F-4D97-AF65-F5344CB8AC3E}">
        <p14:creationId xmlns:p14="http://schemas.microsoft.com/office/powerpoint/2010/main" val="4057644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9A9B3-0BE1-ECDF-08BF-0BB9B43E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6770D6E-1DCD-E518-9788-CB58728907F8}"/>
              </a:ext>
            </a:extLst>
          </p:cNvPr>
          <p:cNvSpPr/>
          <p:nvPr/>
        </p:nvSpPr>
        <p:spPr>
          <a:xfrm>
            <a:off x="1" y="0"/>
            <a:ext cx="12191999" cy="660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总体架构</a:t>
            </a:r>
          </a:p>
        </p:txBody>
      </p:sp>
    </p:spTree>
    <p:extLst>
      <p:ext uri="{BB962C8B-B14F-4D97-AF65-F5344CB8AC3E}">
        <p14:creationId xmlns:p14="http://schemas.microsoft.com/office/powerpoint/2010/main" val="2105720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9CB05D-7E11-02B8-CC17-B3A66EA161E6}"/>
              </a:ext>
            </a:extLst>
          </p:cNvPr>
          <p:cNvSpPr/>
          <p:nvPr/>
        </p:nvSpPr>
        <p:spPr>
          <a:xfrm>
            <a:off x="1" y="0"/>
            <a:ext cx="278964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712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D56DF-5B67-B430-E672-0F139B0C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AE3109-E9BF-48B8-EB2B-3BCC744A4F33}"/>
              </a:ext>
            </a:extLst>
          </p:cNvPr>
          <p:cNvSpPr/>
          <p:nvPr/>
        </p:nvSpPr>
        <p:spPr>
          <a:xfrm>
            <a:off x="3242734" y="1773766"/>
            <a:ext cx="5706531" cy="331046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0" dirty="0">
                <a:latin typeface="黑体" panose="02010609060101010101" pitchFamily="49" charset="-122"/>
                <a:ea typeface="黑体" panose="02010609060101010101" pitchFamily="49" charset="-122"/>
              </a:rPr>
              <a:t>Thanks</a:t>
            </a:r>
            <a:endParaRPr lang="zh-CN" altLang="en-US" sz="8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5913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107</Words>
  <Application>Microsoft Office PowerPoint</Application>
  <PresentationFormat>宽屏</PresentationFormat>
  <Paragraphs>19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黑体</vt:lpstr>
      <vt:lpstr>墨趣古风体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LINGYULE WANG</dc:creator>
  <cp:lastModifiedBy>LINGYULE WANG</cp:lastModifiedBy>
  <cp:revision>25</cp:revision>
  <dcterms:created xsi:type="dcterms:W3CDTF">2025-05-15T05:19:43Z</dcterms:created>
  <dcterms:modified xsi:type="dcterms:W3CDTF">2025-05-25T07:44:49Z</dcterms:modified>
</cp:coreProperties>
</file>